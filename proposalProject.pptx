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F77CA-7874-423F-97FF-1DA02A5A28DB}" v="191" dt="2025-07-19T17:01:38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kir Jan" userId="c9bc4342b113f08b" providerId="Windows Live" clId="Web-{8E9F77CA-7874-423F-97FF-1DA02A5A28DB}"/>
    <pc:docChg chg="addSld delSld modSld">
      <pc:chgData name="Shakir Jan" userId="c9bc4342b113f08b" providerId="Windows Live" clId="Web-{8E9F77CA-7874-423F-97FF-1DA02A5A28DB}" dt="2025-07-19T17:01:37.353" v="195" actId="20577"/>
      <pc:docMkLst>
        <pc:docMk/>
      </pc:docMkLst>
      <pc:sldChg chg="addSp delSp modSp add del mod setBg">
        <pc:chgData name="Shakir Jan" userId="c9bc4342b113f08b" providerId="Windows Live" clId="Web-{8E9F77CA-7874-423F-97FF-1DA02A5A28DB}" dt="2025-07-19T17:01:37.353" v="195" actId="20577"/>
        <pc:sldMkLst>
          <pc:docMk/>
          <pc:sldMk cId="3718469311" sldId="256"/>
        </pc:sldMkLst>
        <pc:spChg chg="mod">
          <ac:chgData name="Shakir Jan" userId="c9bc4342b113f08b" providerId="Windows Live" clId="Web-{8E9F77CA-7874-423F-97FF-1DA02A5A28DB}" dt="2025-07-19T16:59:58.240" v="127"/>
          <ac:spMkLst>
            <pc:docMk/>
            <pc:sldMk cId="3718469311" sldId="256"/>
            <ac:spMk id="2" creationId="{34711727-20B7-F4A5-B9D1-92BB8DD1AC70}"/>
          </ac:spMkLst>
        </pc:spChg>
        <pc:spChg chg="mod">
          <ac:chgData name="Shakir Jan" userId="c9bc4342b113f08b" providerId="Windows Live" clId="Web-{8E9F77CA-7874-423F-97FF-1DA02A5A28DB}" dt="2025-07-19T17:01:37.353" v="195" actId="20577"/>
          <ac:spMkLst>
            <pc:docMk/>
            <pc:sldMk cId="3718469311" sldId="256"/>
            <ac:spMk id="3" creationId="{6A9F84D0-41FB-87DC-882B-5ADB0275D460}"/>
          </ac:spMkLst>
        </pc:spChg>
        <pc:spChg chg="add del">
          <ac:chgData name="Shakir Jan" userId="c9bc4342b113f08b" providerId="Windows Live" clId="Web-{8E9F77CA-7874-423F-97FF-1DA02A5A28DB}" dt="2025-07-19T16:59:23.582" v="121"/>
          <ac:spMkLst>
            <pc:docMk/>
            <pc:sldMk cId="3718469311" sldId="256"/>
            <ac:spMk id="8" creationId="{081EA652-8C6A-4E69-BEB9-170809474553}"/>
          </ac:spMkLst>
        </pc:spChg>
        <pc:spChg chg="add del">
          <ac:chgData name="Shakir Jan" userId="c9bc4342b113f08b" providerId="Windows Live" clId="Web-{8E9F77CA-7874-423F-97FF-1DA02A5A28DB}" dt="2025-07-19T16:59:32.426" v="125"/>
          <ac:spMkLst>
            <pc:docMk/>
            <pc:sldMk cId="3718469311" sldId="256"/>
            <ac:spMk id="9" creationId="{C1DD1A8A-57D5-4A81-AD04-532B043C5611}"/>
          </ac:spMkLst>
        </pc:spChg>
        <pc:spChg chg="add del">
          <ac:chgData name="Shakir Jan" userId="c9bc4342b113f08b" providerId="Windows Live" clId="Web-{8E9F77CA-7874-423F-97FF-1DA02A5A28DB}" dt="2025-07-19T16:59:23.582" v="121"/>
          <ac:spMkLst>
            <pc:docMk/>
            <pc:sldMk cId="3718469311" sldId="256"/>
            <ac:spMk id="10" creationId="{5298780A-33B9-4EA2-8F67-DE68AD62841B}"/>
          </ac:spMkLst>
        </pc:spChg>
        <pc:spChg chg="add del">
          <ac:chgData name="Shakir Jan" userId="c9bc4342b113f08b" providerId="Windows Live" clId="Web-{8E9F77CA-7874-423F-97FF-1DA02A5A28DB}" dt="2025-07-19T16:59:32.426" v="125"/>
          <ac:spMkLst>
            <pc:docMk/>
            <pc:sldMk cId="3718469311" sldId="256"/>
            <ac:spMk id="11" creationId="{007891EC-4501-44ED-A8C8-B11B6DB767AB}"/>
          </ac:spMkLst>
        </pc:spChg>
        <pc:spChg chg="add del">
          <ac:chgData name="Shakir Jan" userId="c9bc4342b113f08b" providerId="Windows Live" clId="Web-{8E9F77CA-7874-423F-97FF-1DA02A5A28DB}" dt="2025-07-19T16:59:23.582" v="121"/>
          <ac:spMkLst>
            <pc:docMk/>
            <pc:sldMk cId="3718469311" sldId="256"/>
            <ac:spMk id="12" creationId="{7F488E8B-4E1E-4402-8935-D4E6C02615C7}"/>
          </ac:spMkLst>
        </pc:spChg>
        <pc:spChg chg="add del">
          <ac:chgData name="Shakir Jan" userId="c9bc4342b113f08b" providerId="Windows Live" clId="Web-{8E9F77CA-7874-423F-97FF-1DA02A5A28DB}" dt="2025-07-19T16:59:58.240" v="127"/>
          <ac:spMkLst>
            <pc:docMk/>
            <pc:sldMk cId="3718469311" sldId="256"/>
            <ac:spMk id="13" creationId="{081EA652-8C6A-4E69-BEB9-170809474553}"/>
          </ac:spMkLst>
        </pc:spChg>
        <pc:spChg chg="add del">
          <ac:chgData name="Shakir Jan" userId="c9bc4342b113f08b" providerId="Windows Live" clId="Web-{8E9F77CA-7874-423F-97FF-1DA02A5A28DB}" dt="2025-07-19T16:59:58.240" v="127"/>
          <ac:spMkLst>
            <pc:docMk/>
            <pc:sldMk cId="3718469311" sldId="256"/>
            <ac:spMk id="14" creationId="{5298780A-33B9-4EA2-8F67-DE68AD62841B}"/>
          </ac:spMkLst>
        </pc:spChg>
        <pc:spChg chg="add del">
          <ac:chgData name="Shakir Jan" userId="c9bc4342b113f08b" providerId="Windows Live" clId="Web-{8E9F77CA-7874-423F-97FF-1DA02A5A28DB}" dt="2025-07-19T16:59:58.240" v="127"/>
          <ac:spMkLst>
            <pc:docMk/>
            <pc:sldMk cId="3718469311" sldId="256"/>
            <ac:spMk id="15" creationId="{7F488E8B-4E1E-4402-8935-D4E6C02615C7}"/>
          </ac:spMkLst>
        </pc:spChg>
        <pc:spChg chg="add del">
          <ac:chgData name="Shakir Jan" userId="c9bc4342b113f08b" providerId="Windows Live" clId="Web-{8E9F77CA-7874-423F-97FF-1DA02A5A28DB}" dt="2025-07-19T16:59:28.645" v="123"/>
          <ac:spMkLst>
            <pc:docMk/>
            <pc:sldMk cId="3718469311" sldId="256"/>
            <ac:spMk id="18" creationId="{87BF42CA-AD55-48B4-8949-C4DCA60A6AEE}"/>
          </ac:spMkLst>
        </pc:spChg>
        <pc:spChg chg="add del">
          <ac:chgData name="Shakir Jan" userId="c9bc4342b113f08b" providerId="Windows Live" clId="Web-{8E9F77CA-7874-423F-97FF-1DA02A5A28DB}" dt="2025-07-19T16:59:28.645" v="123"/>
          <ac:spMkLst>
            <pc:docMk/>
            <pc:sldMk cId="3718469311" sldId="256"/>
            <ac:spMk id="19" creationId="{66AE1D3D-3106-4CB2-AA7C-0C1642AC0F2E}"/>
          </ac:spMkLst>
        </pc:spChg>
        <pc:grpChg chg="add del">
          <ac:chgData name="Shakir Jan" userId="c9bc4342b113f08b" providerId="Windows Live" clId="Web-{8E9F77CA-7874-423F-97FF-1DA02A5A28DB}" dt="2025-07-19T16:59:28.645" v="123"/>
          <ac:grpSpMkLst>
            <pc:docMk/>
            <pc:sldMk cId="3718469311" sldId="256"/>
            <ac:grpSpMk id="20" creationId="{0A31B6AF-B711-4CDB-8C2B-16E963DDC4C5}"/>
          </ac:grpSpMkLst>
        </pc:grpChg>
        <pc:picChg chg="add del">
          <ac:chgData name="Shakir Jan" userId="c9bc4342b113f08b" providerId="Windows Live" clId="Web-{8E9F77CA-7874-423F-97FF-1DA02A5A28DB}" dt="2025-07-19T16:59:32.426" v="125"/>
          <ac:picMkLst>
            <pc:docMk/>
            <pc:sldMk cId="3718469311" sldId="256"/>
            <ac:picMk id="5" creationId="{4EDD6389-4458-1733-260F-3CFED7782F2E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1.svg"/><Relationship Id="rId4" Type="http://schemas.openxmlformats.org/officeDocument/2006/relationships/image" Target="../media/image9.svg"/><Relationship Id="rId9" Type="http://schemas.openxmlformats.org/officeDocument/2006/relationships/image" Target="../media/image2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1.svg"/><Relationship Id="rId4" Type="http://schemas.openxmlformats.org/officeDocument/2006/relationships/image" Target="../media/image9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5">
        <a:alpha val="0"/>
      </a:schemeClr>
    </dgm:fillClrLst>
    <dgm:linClrLst meth="repeat">
      <a:schemeClr val="accent5">
        <a:alpha val="0"/>
      </a:schemeClr>
    </dgm:linClrLst>
    <dgm:effectClrLst/>
    <dgm:txLinClrLst/>
    <dgm:txFillClrLst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25FF0C-9F15-4A8D-B27C-B7668633FB7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62DD82-BE78-4772-B4F7-D840E21098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Creating an intelligent AI agent that can play Doom video game with improved decision-making skills in different scenarios using reinforcement learning. </a:t>
          </a:r>
        </a:p>
      </dgm:t>
    </dgm:pt>
    <dgm:pt modelId="{46D835FD-270A-480F-82D7-B80D4E957923}" type="parTrans" cxnId="{8149A3DA-9465-4BBA-8EAA-E799F48799DA}">
      <dgm:prSet/>
      <dgm:spPr/>
      <dgm:t>
        <a:bodyPr/>
        <a:lstStyle/>
        <a:p>
          <a:endParaRPr lang="en-US"/>
        </a:p>
      </dgm:t>
    </dgm:pt>
    <dgm:pt modelId="{4AB9C921-EE03-4724-8CFD-43D4DB9D3C9B}" type="sibTrans" cxnId="{8149A3DA-9465-4BBA-8EAA-E799F48799D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C010794-F6A4-4EE4-B4B4-43602A391A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will be providing controlled gaming environment where the agent will face different conditions like varying no of enemies, different gaming levels which will improve its behavior and decisions through experiences.</a:t>
          </a:r>
        </a:p>
      </dgm:t>
    </dgm:pt>
    <dgm:pt modelId="{561BF5D4-A967-4042-951E-EF03C9072B6E}" type="parTrans" cxnId="{7D7D30E9-F434-4490-9242-002CBA3AF064}">
      <dgm:prSet/>
      <dgm:spPr/>
      <dgm:t>
        <a:bodyPr/>
        <a:lstStyle/>
        <a:p>
          <a:endParaRPr lang="en-US"/>
        </a:p>
      </dgm:t>
    </dgm:pt>
    <dgm:pt modelId="{A91A41AB-C388-4686-95D7-585ABA0ED3A5}" type="sibTrans" cxnId="{7D7D30E9-F434-4490-9242-002CBA3AF064}">
      <dgm:prSet/>
      <dgm:spPr/>
      <dgm:t>
        <a:bodyPr/>
        <a:lstStyle/>
        <a:p>
          <a:endParaRPr lang="en-US"/>
        </a:p>
      </dgm:t>
    </dgm:pt>
    <dgm:pt modelId="{1E170786-2612-425B-AF35-FFD199DF96B1}" type="pres">
      <dgm:prSet presAssocID="{7725FF0C-9F15-4A8D-B27C-B7668633FB73}" presName="root" presStyleCnt="0">
        <dgm:presLayoutVars>
          <dgm:dir/>
          <dgm:resizeHandles val="exact"/>
        </dgm:presLayoutVars>
      </dgm:prSet>
      <dgm:spPr/>
    </dgm:pt>
    <dgm:pt modelId="{9654AEFC-5991-49E2-A0ED-7DA9157D798A}" type="pres">
      <dgm:prSet presAssocID="{7725FF0C-9F15-4A8D-B27C-B7668633FB73}" presName="container" presStyleCnt="0">
        <dgm:presLayoutVars>
          <dgm:dir/>
          <dgm:resizeHandles val="exact"/>
        </dgm:presLayoutVars>
      </dgm:prSet>
      <dgm:spPr/>
    </dgm:pt>
    <dgm:pt modelId="{D8640A88-C540-4F2F-B702-3429572472D4}" type="pres">
      <dgm:prSet presAssocID="{6062DD82-BE78-4772-B4F7-D840E210980A}" presName="compNode" presStyleCnt="0"/>
      <dgm:spPr/>
    </dgm:pt>
    <dgm:pt modelId="{7F1F313B-B46D-47AC-AC96-DD0B6A228049}" type="pres">
      <dgm:prSet presAssocID="{6062DD82-BE78-4772-B4F7-D840E210980A}" presName="iconBgRect" presStyleLbl="bgShp" presStyleIdx="0" presStyleCnt="2"/>
      <dgm:spPr/>
    </dgm:pt>
    <dgm:pt modelId="{12FCCEFD-4333-4E93-A068-EDB04A44D4D4}" type="pres">
      <dgm:prSet presAssocID="{6062DD82-BE78-4772-B4F7-D840E210980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EAD6D5F-212B-4ECF-A579-D369F98240EC}" type="pres">
      <dgm:prSet presAssocID="{6062DD82-BE78-4772-B4F7-D840E210980A}" presName="spaceRect" presStyleCnt="0"/>
      <dgm:spPr/>
    </dgm:pt>
    <dgm:pt modelId="{C86BCC40-3B5F-4656-9A05-1D6C79B31886}" type="pres">
      <dgm:prSet presAssocID="{6062DD82-BE78-4772-B4F7-D840E210980A}" presName="textRect" presStyleLbl="revTx" presStyleIdx="0" presStyleCnt="2">
        <dgm:presLayoutVars>
          <dgm:chMax val="1"/>
          <dgm:chPref val="1"/>
        </dgm:presLayoutVars>
      </dgm:prSet>
      <dgm:spPr/>
    </dgm:pt>
    <dgm:pt modelId="{AED8B552-E648-4571-A282-63A9FFE2A4B0}" type="pres">
      <dgm:prSet presAssocID="{4AB9C921-EE03-4724-8CFD-43D4DB9D3C9B}" presName="sibTrans" presStyleLbl="sibTrans2D1" presStyleIdx="0" presStyleCnt="0"/>
      <dgm:spPr/>
    </dgm:pt>
    <dgm:pt modelId="{E415C871-8B7B-4C64-A882-22FB3D0CFB56}" type="pres">
      <dgm:prSet presAssocID="{EC010794-F6A4-4EE4-B4B4-43602A391AFB}" presName="compNode" presStyleCnt="0"/>
      <dgm:spPr/>
    </dgm:pt>
    <dgm:pt modelId="{6F60FDFF-1AC4-44A5-BC12-95D1F4E88523}" type="pres">
      <dgm:prSet presAssocID="{EC010794-F6A4-4EE4-B4B4-43602A391AFB}" presName="iconBgRect" presStyleLbl="bgShp" presStyleIdx="1" presStyleCnt="2"/>
      <dgm:spPr/>
    </dgm:pt>
    <dgm:pt modelId="{AE30260B-2C2E-40AB-B7AC-B9046087F202}" type="pres">
      <dgm:prSet presAssocID="{EC010794-F6A4-4EE4-B4B4-43602A391AF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1DE5E34-63D6-4A58-81AC-5489925EDD24}" type="pres">
      <dgm:prSet presAssocID="{EC010794-F6A4-4EE4-B4B4-43602A391AFB}" presName="spaceRect" presStyleCnt="0"/>
      <dgm:spPr/>
    </dgm:pt>
    <dgm:pt modelId="{74A7341C-9751-49DA-A0B5-5903A5847198}" type="pres">
      <dgm:prSet presAssocID="{EC010794-F6A4-4EE4-B4B4-43602A391AF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D01A023-BD6C-405F-A0BF-7C399773A26D}" type="presOf" srcId="{4AB9C921-EE03-4724-8CFD-43D4DB9D3C9B}" destId="{AED8B552-E648-4571-A282-63A9FFE2A4B0}" srcOrd="0" destOrd="0" presId="urn:microsoft.com/office/officeart/2018/2/layout/IconCircleList"/>
    <dgm:cxn modelId="{B661518F-7152-45F1-94CC-2F3BF3A3ACE4}" type="presOf" srcId="{6062DD82-BE78-4772-B4F7-D840E210980A}" destId="{C86BCC40-3B5F-4656-9A05-1D6C79B31886}" srcOrd="0" destOrd="0" presId="urn:microsoft.com/office/officeart/2018/2/layout/IconCircleList"/>
    <dgm:cxn modelId="{503DE3A5-DE57-4B91-94DA-BB6F797155D8}" type="presOf" srcId="{7725FF0C-9F15-4A8D-B27C-B7668633FB73}" destId="{1E170786-2612-425B-AF35-FFD199DF96B1}" srcOrd="0" destOrd="0" presId="urn:microsoft.com/office/officeart/2018/2/layout/IconCircleList"/>
    <dgm:cxn modelId="{E4B5ADC1-0E47-43AC-8D77-72BDC04DB3C5}" type="presOf" srcId="{EC010794-F6A4-4EE4-B4B4-43602A391AFB}" destId="{74A7341C-9751-49DA-A0B5-5903A5847198}" srcOrd="0" destOrd="0" presId="urn:microsoft.com/office/officeart/2018/2/layout/IconCircleList"/>
    <dgm:cxn modelId="{8149A3DA-9465-4BBA-8EAA-E799F48799DA}" srcId="{7725FF0C-9F15-4A8D-B27C-B7668633FB73}" destId="{6062DD82-BE78-4772-B4F7-D840E210980A}" srcOrd="0" destOrd="0" parTransId="{46D835FD-270A-480F-82D7-B80D4E957923}" sibTransId="{4AB9C921-EE03-4724-8CFD-43D4DB9D3C9B}"/>
    <dgm:cxn modelId="{7D7D30E9-F434-4490-9242-002CBA3AF064}" srcId="{7725FF0C-9F15-4A8D-B27C-B7668633FB73}" destId="{EC010794-F6A4-4EE4-B4B4-43602A391AFB}" srcOrd="1" destOrd="0" parTransId="{561BF5D4-A967-4042-951E-EF03C9072B6E}" sibTransId="{A91A41AB-C388-4686-95D7-585ABA0ED3A5}"/>
    <dgm:cxn modelId="{2AE7F7BA-6105-4E8F-BAF4-AFB66E9754CF}" type="presParOf" srcId="{1E170786-2612-425B-AF35-FFD199DF96B1}" destId="{9654AEFC-5991-49E2-A0ED-7DA9157D798A}" srcOrd="0" destOrd="0" presId="urn:microsoft.com/office/officeart/2018/2/layout/IconCircleList"/>
    <dgm:cxn modelId="{94AF19F7-C594-4122-B171-080E14875995}" type="presParOf" srcId="{9654AEFC-5991-49E2-A0ED-7DA9157D798A}" destId="{D8640A88-C540-4F2F-B702-3429572472D4}" srcOrd="0" destOrd="0" presId="urn:microsoft.com/office/officeart/2018/2/layout/IconCircleList"/>
    <dgm:cxn modelId="{E11084C8-84B1-4EDB-9C56-A65185FC9295}" type="presParOf" srcId="{D8640A88-C540-4F2F-B702-3429572472D4}" destId="{7F1F313B-B46D-47AC-AC96-DD0B6A228049}" srcOrd="0" destOrd="0" presId="urn:microsoft.com/office/officeart/2018/2/layout/IconCircleList"/>
    <dgm:cxn modelId="{7F71EA91-B762-4106-B260-4CAF09D1CA7D}" type="presParOf" srcId="{D8640A88-C540-4F2F-B702-3429572472D4}" destId="{12FCCEFD-4333-4E93-A068-EDB04A44D4D4}" srcOrd="1" destOrd="0" presId="urn:microsoft.com/office/officeart/2018/2/layout/IconCircleList"/>
    <dgm:cxn modelId="{8A43AD4E-CA45-4C0F-9CB2-BED4413BF7FF}" type="presParOf" srcId="{D8640A88-C540-4F2F-B702-3429572472D4}" destId="{6EAD6D5F-212B-4ECF-A579-D369F98240EC}" srcOrd="2" destOrd="0" presId="urn:microsoft.com/office/officeart/2018/2/layout/IconCircleList"/>
    <dgm:cxn modelId="{100EEB80-142D-4277-96E4-769C9E182333}" type="presParOf" srcId="{D8640A88-C540-4F2F-B702-3429572472D4}" destId="{C86BCC40-3B5F-4656-9A05-1D6C79B31886}" srcOrd="3" destOrd="0" presId="urn:microsoft.com/office/officeart/2018/2/layout/IconCircleList"/>
    <dgm:cxn modelId="{DE289EAC-2752-449B-8620-40D2396DD5D1}" type="presParOf" srcId="{9654AEFC-5991-49E2-A0ED-7DA9157D798A}" destId="{AED8B552-E648-4571-A282-63A9FFE2A4B0}" srcOrd="1" destOrd="0" presId="urn:microsoft.com/office/officeart/2018/2/layout/IconCircleList"/>
    <dgm:cxn modelId="{AE6EAC31-0BEB-478C-A4DF-CA903DFEE265}" type="presParOf" srcId="{9654AEFC-5991-49E2-A0ED-7DA9157D798A}" destId="{E415C871-8B7B-4C64-A882-22FB3D0CFB56}" srcOrd="2" destOrd="0" presId="urn:microsoft.com/office/officeart/2018/2/layout/IconCircleList"/>
    <dgm:cxn modelId="{705F9F0C-8E75-41A5-9475-7E4D71FE4DF7}" type="presParOf" srcId="{E415C871-8B7B-4C64-A882-22FB3D0CFB56}" destId="{6F60FDFF-1AC4-44A5-BC12-95D1F4E88523}" srcOrd="0" destOrd="0" presId="urn:microsoft.com/office/officeart/2018/2/layout/IconCircleList"/>
    <dgm:cxn modelId="{FE33211D-C5B3-4684-8B76-A3944EFAA184}" type="presParOf" srcId="{E415C871-8B7B-4C64-A882-22FB3D0CFB56}" destId="{AE30260B-2C2E-40AB-B7AC-B9046087F202}" srcOrd="1" destOrd="0" presId="urn:microsoft.com/office/officeart/2018/2/layout/IconCircleList"/>
    <dgm:cxn modelId="{6E09BC0E-168A-4EAF-BA57-CDE94C40E6E8}" type="presParOf" srcId="{E415C871-8B7B-4C64-A882-22FB3D0CFB56}" destId="{01DE5E34-63D6-4A58-81AC-5489925EDD24}" srcOrd="2" destOrd="0" presId="urn:microsoft.com/office/officeart/2018/2/layout/IconCircleList"/>
    <dgm:cxn modelId="{143F664B-09AE-43FF-912C-ECB44F9694B1}" type="presParOf" srcId="{E415C871-8B7B-4C64-A882-22FB3D0CFB56}" destId="{74A7341C-9751-49DA-A0B5-5903A584719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109BAB-C50F-4C9F-A4FB-5E865CACFEC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7C2DB5-5B32-4BD9-886B-F9A86788044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Design and develop custom game scenarios tailored to the specific challenges of the VizDoom environment.</a:t>
          </a:r>
        </a:p>
      </dgm:t>
    </dgm:pt>
    <dgm:pt modelId="{46EB113E-AC58-4365-A944-1B6CBAC17206}" type="parTrans" cxnId="{EA643CFF-FD77-4CED-87D4-28BA5FFD2466}">
      <dgm:prSet/>
      <dgm:spPr/>
      <dgm:t>
        <a:bodyPr/>
        <a:lstStyle/>
        <a:p>
          <a:endParaRPr lang="en-US"/>
        </a:p>
      </dgm:t>
    </dgm:pt>
    <dgm:pt modelId="{815D596E-591F-426C-825D-DFA756E0C95B}" type="sibTrans" cxnId="{EA643CFF-FD77-4CED-87D4-28BA5FFD246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8E163B5-92C4-437E-BB6F-5EEA63F948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Implement reinforcement learning algorithms to train the agent on the custom game scenarios.</a:t>
          </a:r>
        </a:p>
      </dgm:t>
    </dgm:pt>
    <dgm:pt modelId="{89123710-238F-4050-8BB3-E979DE853BCE}" type="parTrans" cxnId="{913594B8-C0E2-4C88-945F-0102D0F29F94}">
      <dgm:prSet/>
      <dgm:spPr/>
      <dgm:t>
        <a:bodyPr/>
        <a:lstStyle/>
        <a:p>
          <a:endParaRPr lang="en-US"/>
        </a:p>
      </dgm:t>
    </dgm:pt>
    <dgm:pt modelId="{A3617AD3-903D-48A5-93B9-D0DAC13F5CB4}" type="sibTrans" cxnId="{913594B8-C0E2-4C88-945F-0102D0F29F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BB98564-7D82-4730-ADBD-20524A9B2CD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Evaluate the agent's performance on a variety of unseen VizDoom scenarios.</a:t>
          </a:r>
        </a:p>
      </dgm:t>
    </dgm:pt>
    <dgm:pt modelId="{FEE984A9-580D-4F78-966D-5D902A5C7CBD}" type="parTrans" cxnId="{E4839DED-4DF0-47FE-9F52-6A2D09B5EED0}">
      <dgm:prSet/>
      <dgm:spPr/>
      <dgm:t>
        <a:bodyPr/>
        <a:lstStyle/>
        <a:p>
          <a:endParaRPr lang="en-US"/>
        </a:p>
      </dgm:t>
    </dgm:pt>
    <dgm:pt modelId="{68413C8B-B9E7-4E3C-9073-EE4B118DAFDA}" type="sibTrans" cxnId="{E4839DED-4DF0-47FE-9F52-6A2D09B5EED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4724F60-AFCB-4DA8-AFC5-AD4BF358D84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Analyze the agent's performance to identify areas for improvement.</a:t>
          </a:r>
        </a:p>
      </dgm:t>
    </dgm:pt>
    <dgm:pt modelId="{8116D798-E683-49E0-B8E9-9C51A1D212EB}" type="parTrans" cxnId="{9385E7E5-7ADE-409B-B060-473C4F76C081}">
      <dgm:prSet/>
      <dgm:spPr/>
      <dgm:t>
        <a:bodyPr/>
        <a:lstStyle/>
        <a:p>
          <a:endParaRPr lang="en-US"/>
        </a:p>
      </dgm:t>
    </dgm:pt>
    <dgm:pt modelId="{0B246CB3-9AF8-429A-A59F-A8DD540082A0}" type="sibTrans" cxnId="{9385E7E5-7ADE-409B-B060-473C4F76C081}">
      <dgm:prSet/>
      <dgm:spPr/>
      <dgm:t>
        <a:bodyPr/>
        <a:lstStyle/>
        <a:p>
          <a:endParaRPr lang="en-US"/>
        </a:p>
      </dgm:t>
    </dgm:pt>
    <dgm:pt modelId="{574D1FD5-06EC-48A1-BA7A-E0B96A7F08FF}" type="pres">
      <dgm:prSet presAssocID="{D6109BAB-C50F-4C9F-A4FB-5E865CACFEC3}" presName="root" presStyleCnt="0">
        <dgm:presLayoutVars>
          <dgm:dir/>
          <dgm:resizeHandles val="exact"/>
        </dgm:presLayoutVars>
      </dgm:prSet>
      <dgm:spPr/>
    </dgm:pt>
    <dgm:pt modelId="{32761C9B-4855-4478-BE5C-58A361A7E69B}" type="pres">
      <dgm:prSet presAssocID="{D6109BAB-C50F-4C9F-A4FB-5E865CACFEC3}" presName="container" presStyleCnt="0">
        <dgm:presLayoutVars>
          <dgm:dir/>
          <dgm:resizeHandles val="exact"/>
        </dgm:presLayoutVars>
      </dgm:prSet>
      <dgm:spPr/>
    </dgm:pt>
    <dgm:pt modelId="{2254D3BD-F7C4-4818-8D9B-036946928E5B}" type="pres">
      <dgm:prSet presAssocID="{EE7C2DB5-5B32-4BD9-886B-F9A867880447}" presName="compNode" presStyleCnt="0"/>
      <dgm:spPr/>
    </dgm:pt>
    <dgm:pt modelId="{FC755D9B-6774-47DF-BD28-EB30ED40626E}" type="pres">
      <dgm:prSet presAssocID="{EE7C2DB5-5B32-4BD9-886B-F9A867880447}" presName="iconBgRect" presStyleLbl="bgShp" presStyleIdx="0" presStyleCnt="4"/>
      <dgm:spPr/>
    </dgm:pt>
    <dgm:pt modelId="{CC25DA2F-4559-46A9-B50E-584B40A6C242}" type="pres">
      <dgm:prSet presAssocID="{EE7C2DB5-5B32-4BD9-886B-F9A86788044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5943B02E-A504-45DA-80EC-58FAFA53A208}" type="pres">
      <dgm:prSet presAssocID="{EE7C2DB5-5B32-4BD9-886B-F9A867880447}" presName="spaceRect" presStyleCnt="0"/>
      <dgm:spPr/>
    </dgm:pt>
    <dgm:pt modelId="{D295C181-86CE-4034-B752-4ED4D21B5E78}" type="pres">
      <dgm:prSet presAssocID="{EE7C2DB5-5B32-4BD9-886B-F9A867880447}" presName="textRect" presStyleLbl="revTx" presStyleIdx="0" presStyleCnt="4">
        <dgm:presLayoutVars>
          <dgm:chMax val="1"/>
          <dgm:chPref val="1"/>
        </dgm:presLayoutVars>
      </dgm:prSet>
      <dgm:spPr/>
    </dgm:pt>
    <dgm:pt modelId="{0F1426B2-70F1-41ED-BB99-CB1391AB39B0}" type="pres">
      <dgm:prSet presAssocID="{815D596E-591F-426C-825D-DFA756E0C95B}" presName="sibTrans" presStyleLbl="sibTrans2D1" presStyleIdx="0" presStyleCnt="0"/>
      <dgm:spPr/>
    </dgm:pt>
    <dgm:pt modelId="{68ED6A68-A824-4081-A3B3-07E9EC325DAB}" type="pres">
      <dgm:prSet presAssocID="{C8E163B5-92C4-437E-BB6F-5EEA63F948D0}" presName="compNode" presStyleCnt="0"/>
      <dgm:spPr/>
    </dgm:pt>
    <dgm:pt modelId="{4A0C1C6E-5C26-44AC-B8AC-D3F70C0360F3}" type="pres">
      <dgm:prSet presAssocID="{C8E163B5-92C4-437E-BB6F-5EEA63F948D0}" presName="iconBgRect" presStyleLbl="bgShp" presStyleIdx="1" presStyleCnt="4"/>
      <dgm:spPr/>
    </dgm:pt>
    <dgm:pt modelId="{16B530E2-737F-47A7-916F-A6950C83A88A}" type="pres">
      <dgm:prSet presAssocID="{C8E163B5-92C4-437E-BB6F-5EEA63F948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CCF1A58-481E-47BF-82B5-29B3AC242583}" type="pres">
      <dgm:prSet presAssocID="{C8E163B5-92C4-437E-BB6F-5EEA63F948D0}" presName="spaceRect" presStyleCnt="0"/>
      <dgm:spPr/>
    </dgm:pt>
    <dgm:pt modelId="{4C8D8427-E90F-4840-B3CB-D63C1D1A15E6}" type="pres">
      <dgm:prSet presAssocID="{C8E163B5-92C4-437E-BB6F-5EEA63F948D0}" presName="textRect" presStyleLbl="revTx" presStyleIdx="1" presStyleCnt="4">
        <dgm:presLayoutVars>
          <dgm:chMax val="1"/>
          <dgm:chPref val="1"/>
        </dgm:presLayoutVars>
      </dgm:prSet>
      <dgm:spPr/>
    </dgm:pt>
    <dgm:pt modelId="{D4870F92-B7E0-45C4-8344-FEC937D4105F}" type="pres">
      <dgm:prSet presAssocID="{A3617AD3-903D-48A5-93B9-D0DAC13F5CB4}" presName="sibTrans" presStyleLbl="sibTrans2D1" presStyleIdx="0" presStyleCnt="0"/>
      <dgm:spPr/>
    </dgm:pt>
    <dgm:pt modelId="{FB35ACD0-CAA2-45B5-AC1D-97CA6B537BD0}" type="pres">
      <dgm:prSet presAssocID="{1BB98564-7D82-4730-ADBD-20524A9B2CD4}" presName="compNode" presStyleCnt="0"/>
      <dgm:spPr/>
    </dgm:pt>
    <dgm:pt modelId="{BEC6A563-7889-4D05-B870-E05AEA8EF042}" type="pres">
      <dgm:prSet presAssocID="{1BB98564-7D82-4730-ADBD-20524A9B2CD4}" presName="iconBgRect" presStyleLbl="bgShp" presStyleIdx="2" presStyleCnt="4"/>
      <dgm:spPr/>
    </dgm:pt>
    <dgm:pt modelId="{755E8C1B-7BAB-4A38-AD92-BC62ABB6D7F3}" type="pres">
      <dgm:prSet presAssocID="{1BB98564-7D82-4730-ADBD-20524A9B2CD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7BC1A0D7-47F6-4A97-B1F4-3FD35F774D3D}" type="pres">
      <dgm:prSet presAssocID="{1BB98564-7D82-4730-ADBD-20524A9B2CD4}" presName="spaceRect" presStyleCnt="0"/>
      <dgm:spPr/>
    </dgm:pt>
    <dgm:pt modelId="{24159BF6-415E-4174-B042-2E6113B1EE76}" type="pres">
      <dgm:prSet presAssocID="{1BB98564-7D82-4730-ADBD-20524A9B2CD4}" presName="textRect" presStyleLbl="revTx" presStyleIdx="2" presStyleCnt="4">
        <dgm:presLayoutVars>
          <dgm:chMax val="1"/>
          <dgm:chPref val="1"/>
        </dgm:presLayoutVars>
      </dgm:prSet>
      <dgm:spPr/>
    </dgm:pt>
    <dgm:pt modelId="{18707001-02C7-451D-8892-D0F93BDA9E46}" type="pres">
      <dgm:prSet presAssocID="{68413C8B-B9E7-4E3C-9073-EE4B118DAFDA}" presName="sibTrans" presStyleLbl="sibTrans2D1" presStyleIdx="0" presStyleCnt="0"/>
      <dgm:spPr/>
    </dgm:pt>
    <dgm:pt modelId="{EB38F0B8-4CD8-4250-9D1C-3C54A3F2B068}" type="pres">
      <dgm:prSet presAssocID="{C4724F60-AFCB-4DA8-AFC5-AD4BF358D84B}" presName="compNode" presStyleCnt="0"/>
      <dgm:spPr/>
    </dgm:pt>
    <dgm:pt modelId="{5EA6B742-4EBC-4FE0-A7B6-DAC74D39884E}" type="pres">
      <dgm:prSet presAssocID="{C4724F60-AFCB-4DA8-AFC5-AD4BF358D84B}" presName="iconBgRect" presStyleLbl="bgShp" presStyleIdx="3" presStyleCnt="4"/>
      <dgm:spPr/>
    </dgm:pt>
    <dgm:pt modelId="{D3A2E5BD-73A1-458B-BC7C-CE5FF2FAE64C}" type="pres">
      <dgm:prSet presAssocID="{C4724F60-AFCB-4DA8-AFC5-AD4BF358D84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6508EFC-24C5-440C-9152-09244B8C35FC}" type="pres">
      <dgm:prSet presAssocID="{C4724F60-AFCB-4DA8-AFC5-AD4BF358D84B}" presName="spaceRect" presStyleCnt="0"/>
      <dgm:spPr/>
    </dgm:pt>
    <dgm:pt modelId="{FAEEFCBC-9927-4389-ACC9-BB92DF540CCB}" type="pres">
      <dgm:prSet presAssocID="{C4724F60-AFCB-4DA8-AFC5-AD4BF358D84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A055534-71E2-4158-9A80-72CFEB8786CE}" type="presOf" srcId="{1BB98564-7D82-4730-ADBD-20524A9B2CD4}" destId="{24159BF6-415E-4174-B042-2E6113B1EE76}" srcOrd="0" destOrd="0" presId="urn:microsoft.com/office/officeart/2018/2/layout/IconCircleList"/>
    <dgm:cxn modelId="{DE437442-EA23-4899-930E-81C1945B43D4}" type="presOf" srcId="{A3617AD3-903D-48A5-93B9-D0DAC13F5CB4}" destId="{D4870F92-B7E0-45C4-8344-FEC937D4105F}" srcOrd="0" destOrd="0" presId="urn:microsoft.com/office/officeart/2018/2/layout/IconCircleList"/>
    <dgm:cxn modelId="{843A1657-071F-4DA7-B94C-A2BC4099758F}" type="presOf" srcId="{C8E163B5-92C4-437E-BB6F-5EEA63F948D0}" destId="{4C8D8427-E90F-4840-B3CB-D63C1D1A15E6}" srcOrd="0" destOrd="0" presId="urn:microsoft.com/office/officeart/2018/2/layout/IconCircleList"/>
    <dgm:cxn modelId="{B298BF7F-95BA-404E-9FDC-A61E66660672}" type="presOf" srcId="{EE7C2DB5-5B32-4BD9-886B-F9A867880447}" destId="{D295C181-86CE-4034-B752-4ED4D21B5E78}" srcOrd="0" destOrd="0" presId="urn:microsoft.com/office/officeart/2018/2/layout/IconCircleList"/>
    <dgm:cxn modelId="{D6057480-0A2B-43CB-B916-7943342FCE0A}" type="presOf" srcId="{815D596E-591F-426C-825D-DFA756E0C95B}" destId="{0F1426B2-70F1-41ED-BB99-CB1391AB39B0}" srcOrd="0" destOrd="0" presId="urn:microsoft.com/office/officeart/2018/2/layout/IconCircleList"/>
    <dgm:cxn modelId="{FD48C5B5-A1CF-483B-84B4-7F84AF9D1191}" type="presOf" srcId="{C4724F60-AFCB-4DA8-AFC5-AD4BF358D84B}" destId="{FAEEFCBC-9927-4389-ACC9-BB92DF540CCB}" srcOrd="0" destOrd="0" presId="urn:microsoft.com/office/officeart/2018/2/layout/IconCircleList"/>
    <dgm:cxn modelId="{913594B8-C0E2-4C88-945F-0102D0F29F94}" srcId="{D6109BAB-C50F-4C9F-A4FB-5E865CACFEC3}" destId="{C8E163B5-92C4-437E-BB6F-5EEA63F948D0}" srcOrd="1" destOrd="0" parTransId="{89123710-238F-4050-8BB3-E979DE853BCE}" sibTransId="{A3617AD3-903D-48A5-93B9-D0DAC13F5CB4}"/>
    <dgm:cxn modelId="{7077DFDA-E164-4ED7-9415-2E4590A3022E}" type="presOf" srcId="{D6109BAB-C50F-4C9F-A4FB-5E865CACFEC3}" destId="{574D1FD5-06EC-48A1-BA7A-E0B96A7F08FF}" srcOrd="0" destOrd="0" presId="urn:microsoft.com/office/officeart/2018/2/layout/IconCircleList"/>
    <dgm:cxn modelId="{9385E7E5-7ADE-409B-B060-473C4F76C081}" srcId="{D6109BAB-C50F-4C9F-A4FB-5E865CACFEC3}" destId="{C4724F60-AFCB-4DA8-AFC5-AD4BF358D84B}" srcOrd="3" destOrd="0" parTransId="{8116D798-E683-49E0-B8E9-9C51A1D212EB}" sibTransId="{0B246CB3-9AF8-429A-A59F-A8DD540082A0}"/>
    <dgm:cxn modelId="{E4839DED-4DF0-47FE-9F52-6A2D09B5EED0}" srcId="{D6109BAB-C50F-4C9F-A4FB-5E865CACFEC3}" destId="{1BB98564-7D82-4730-ADBD-20524A9B2CD4}" srcOrd="2" destOrd="0" parTransId="{FEE984A9-580D-4F78-966D-5D902A5C7CBD}" sibTransId="{68413C8B-B9E7-4E3C-9073-EE4B118DAFDA}"/>
    <dgm:cxn modelId="{8F773CF6-7B39-4706-B027-98A72DBBA26C}" type="presOf" srcId="{68413C8B-B9E7-4E3C-9073-EE4B118DAFDA}" destId="{18707001-02C7-451D-8892-D0F93BDA9E46}" srcOrd="0" destOrd="0" presId="urn:microsoft.com/office/officeart/2018/2/layout/IconCircleList"/>
    <dgm:cxn modelId="{EA643CFF-FD77-4CED-87D4-28BA5FFD2466}" srcId="{D6109BAB-C50F-4C9F-A4FB-5E865CACFEC3}" destId="{EE7C2DB5-5B32-4BD9-886B-F9A867880447}" srcOrd="0" destOrd="0" parTransId="{46EB113E-AC58-4365-A944-1B6CBAC17206}" sibTransId="{815D596E-591F-426C-825D-DFA756E0C95B}"/>
    <dgm:cxn modelId="{4344320D-CB0F-4E7F-A3B8-F07E801B9A7E}" type="presParOf" srcId="{574D1FD5-06EC-48A1-BA7A-E0B96A7F08FF}" destId="{32761C9B-4855-4478-BE5C-58A361A7E69B}" srcOrd="0" destOrd="0" presId="urn:microsoft.com/office/officeart/2018/2/layout/IconCircleList"/>
    <dgm:cxn modelId="{929B2248-2D7E-4143-80C7-D43874F4B723}" type="presParOf" srcId="{32761C9B-4855-4478-BE5C-58A361A7E69B}" destId="{2254D3BD-F7C4-4818-8D9B-036946928E5B}" srcOrd="0" destOrd="0" presId="urn:microsoft.com/office/officeart/2018/2/layout/IconCircleList"/>
    <dgm:cxn modelId="{262359FB-0ADA-4B00-ACE1-01BF3F7CE8C2}" type="presParOf" srcId="{2254D3BD-F7C4-4818-8D9B-036946928E5B}" destId="{FC755D9B-6774-47DF-BD28-EB30ED40626E}" srcOrd="0" destOrd="0" presId="urn:microsoft.com/office/officeart/2018/2/layout/IconCircleList"/>
    <dgm:cxn modelId="{915CCA40-BD7A-4BB6-8557-9BE1E5202980}" type="presParOf" srcId="{2254D3BD-F7C4-4818-8D9B-036946928E5B}" destId="{CC25DA2F-4559-46A9-B50E-584B40A6C242}" srcOrd="1" destOrd="0" presId="urn:microsoft.com/office/officeart/2018/2/layout/IconCircleList"/>
    <dgm:cxn modelId="{3C7B9778-4962-4E28-A4D1-6D2A5C42588D}" type="presParOf" srcId="{2254D3BD-F7C4-4818-8D9B-036946928E5B}" destId="{5943B02E-A504-45DA-80EC-58FAFA53A208}" srcOrd="2" destOrd="0" presId="urn:microsoft.com/office/officeart/2018/2/layout/IconCircleList"/>
    <dgm:cxn modelId="{E1DED8E7-AA2D-40FF-87EA-6AE289B97E18}" type="presParOf" srcId="{2254D3BD-F7C4-4818-8D9B-036946928E5B}" destId="{D295C181-86CE-4034-B752-4ED4D21B5E78}" srcOrd="3" destOrd="0" presId="urn:microsoft.com/office/officeart/2018/2/layout/IconCircleList"/>
    <dgm:cxn modelId="{2D16E786-0B64-4146-9807-9716D9B51AE8}" type="presParOf" srcId="{32761C9B-4855-4478-BE5C-58A361A7E69B}" destId="{0F1426B2-70F1-41ED-BB99-CB1391AB39B0}" srcOrd="1" destOrd="0" presId="urn:microsoft.com/office/officeart/2018/2/layout/IconCircleList"/>
    <dgm:cxn modelId="{32034BFC-1B12-4192-943C-F14E34E759B5}" type="presParOf" srcId="{32761C9B-4855-4478-BE5C-58A361A7E69B}" destId="{68ED6A68-A824-4081-A3B3-07E9EC325DAB}" srcOrd="2" destOrd="0" presId="urn:microsoft.com/office/officeart/2018/2/layout/IconCircleList"/>
    <dgm:cxn modelId="{E0BA55E4-B9A5-4B2A-8FDE-1FECF34FE254}" type="presParOf" srcId="{68ED6A68-A824-4081-A3B3-07E9EC325DAB}" destId="{4A0C1C6E-5C26-44AC-B8AC-D3F70C0360F3}" srcOrd="0" destOrd="0" presId="urn:microsoft.com/office/officeart/2018/2/layout/IconCircleList"/>
    <dgm:cxn modelId="{B1BF4447-431F-41E4-A265-AD0F7EBE3C64}" type="presParOf" srcId="{68ED6A68-A824-4081-A3B3-07E9EC325DAB}" destId="{16B530E2-737F-47A7-916F-A6950C83A88A}" srcOrd="1" destOrd="0" presId="urn:microsoft.com/office/officeart/2018/2/layout/IconCircleList"/>
    <dgm:cxn modelId="{1FFDCD9C-4314-4615-BA50-236C8CC443E6}" type="presParOf" srcId="{68ED6A68-A824-4081-A3B3-07E9EC325DAB}" destId="{ACCF1A58-481E-47BF-82B5-29B3AC242583}" srcOrd="2" destOrd="0" presId="urn:microsoft.com/office/officeart/2018/2/layout/IconCircleList"/>
    <dgm:cxn modelId="{13E14915-5B1C-4D9F-B986-F50B9AD117B5}" type="presParOf" srcId="{68ED6A68-A824-4081-A3B3-07E9EC325DAB}" destId="{4C8D8427-E90F-4840-B3CB-D63C1D1A15E6}" srcOrd="3" destOrd="0" presId="urn:microsoft.com/office/officeart/2018/2/layout/IconCircleList"/>
    <dgm:cxn modelId="{44FF57BD-E0B1-409B-9A53-EF70B2B83B6A}" type="presParOf" srcId="{32761C9B-4855-4478-BE5C-58A361A7E69B}" destId="{D4870F92-B7E0-45C4-8344-FEC937D4105F}" srcOrd="3" destOrd="0" presId="urn:microsoft.com/office/officeart/2018/2/layout/IconCircleList"/>
    <dgm:cxn modelId="{68EB1728-4752-4E34-AAA6-3346B6C9F284}" type="presParOf" srcId="{32761C9B-4855-4478-BE5C-58A361A7E69B}" destId="{FB35ACD0-CAA2-45B5-AC1D-97CA6B537BD0}" srcOrd="4" destOrd="0" presId="urn:microsoft.com/office/officeart/2018/2/layout/IconCircleList"/>
    <dgm:cxn modelId="{2BCFC91F-F8A1-4A5C-93F4-6991AC86797A}" type="presParOf" srcId="{FB35ACD0-CAA2-45B5-AC1D-97CA6B537BD0}" destId="{BEC6A563-7889-4D05-B870-E05AEA8EF042}" srcOrd="0" destOrd="0" presId="urn:microsoft.com/office/officeart/2018/2/layout/IconCircleList"/>
    <dgm:cxn modelId="{CF16BE86-5F8E-4465-9AAC-26CD8FB60078}" type="presParOf" srcId="{FB35ACD0-CAA2-45B5-AC1D-97CA6B537BD0}" destId="{755E8C1B-7BAB-4A38-AD92-BC62ABB6D7F3}" srcOrd="1" destOrd="0" presId="urn:microsoft.com/office/officeart/2018/2/layout/IconCircleList"/>
    <dgm:cxn modelId="{E373C04D-CF09-47E8-A06C-AF481143E19A}" type="presParOf" srcId="{FB35ACD0-CAA2-45B5-AC1D-97CA6B537BD0}" destId="{7BC1A0D7-47F6-4A97-B1F4-3FD35F774D3D}" srcOrd="2" destOrd="0" presId="urn:microsoft.com/office/officeart/2018/2/layout/IconCircleList"/>
    <dgm:cxn modelId="{3A032066-C03D-4D3B-9719-C7E95FC2B17D}" type="presParOf" srcId="{FB35ACD0-CAA2-45B5-AC1D-97CA6B537BD0}" destId="{24159BF6-415E-4174-B042-2E6113B1EE76}" srcOrd="3" destOrd="0" presId="urn:microsoft.com/office/officeart/2018/2/layout/IconCircleList"/>
    <dgm:cxn modelId="{D664EB70-10B5-42BF-B214-B086D912D229}" type="presParOf" srcId="{32761C9B-4855-4478-BE5C-58A361A7E69B}" destId="{18707001-02C7-451D-8892-D0F93BDA9E46}" srcOrd="5" destOrd="0" presId="urn:microsoft.com/office/officeart/2018/2/layout/IconCircleList"/>
    <dgm:cxn modelId="{E344F6B8-126E-44C0-9DD8-969965914E32}" type="presParOf" srcId="{32761C9B-4855-4478-BE5C-58A361A7E69B}" destId="{EB38F0B8-4CD8-4250-9D1C-3C54A3F2B068}" srcOrd="6" destOrd="0" presId="urn:microsoft.com/office/officeart/2018/2/layout/IconCircleList"/>
    <dgm:cxn modelId="{7D7A6D9E-E34E-4115-AD9B-6633639E8C16}" type="presParOf" srcId="{EB38F0B8-4CD8-4250-9D1C-3C54A3F2B068}" destId="{5EA6B742-4EBC-4FE0-A7B6-DAC74D39884E}" srcOrd="0" destOrd="0" presId="urn:microsoft.com/office/officeart/2018/2/layout/IconCircleList"/>
    <dgm:cxn modelId="{221524B1-3BB7-442F-8CB2-1A02F4A24E9B}" type="presParOf" srcId="{EB38F0B8-4CD8-4250-9D1C-3C54A3F2B068}" destId="{D3A2E5BD-73A1-458B-BC7C-CE5FF2FAE64C}" srcOrd="1" destOrd="0" presId="urn:microsoft.com/office/officeart/2018/2/layout/IconCircleList"/>
    <dgm:cxn modelId="{9A3F2E1B-CADC-4DA7-808C-D0CFD57A02E1}" type="presParOf" srcId="{EB38F0B8-4CD8-4250-9D1C-3C54A3F2B068}" destId="{46508EFC-24C5-440C-9152-09244B8C35FC}" srcOrd="2" destOrd="0" presId="urn:microsoft.com/office/officeart/2018/2/layout/IconCircleList"/>
    <dgm:cxn modelId="{7D9D6E2F-8671-4F0C-B7F1-6F559AD7E6E1}" type="presParOf" srcId="{EB38F0B8-4CD8-4250-9D1C-3C54A3F2B068}" destId="{FAEEFCBC-9927-4389-ACC9-BB92DF540CC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917094-59FF-483B-ABE6-B73EAA33C56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5" csCatId="colorful" phldr="1"/>
      <dgm:spPr/>
      <dgm:t>
        <a:bodyPr/>
        <a:lstStyle/>
        <a:p>
          <a:endParaRPr lang="en-US"/>
        </a:p>
      </dgm:t>
    </dgm:pt>
    <dgm:pt modelId="{B52BCEC7-0706-4476-B06D-1C611D237703}">
      <dgm:prSet custT="1"/>
      <dgm:spPr/>
      <dgm:t>
        <a:bodyPr/>
        <a:lstStyle/>
        <a:p>
          <a:pPr>
            <a:defRPr cap="all"/>
          </a:pPr>
          <a:endParaRPr lang="en-US" sz="1400" b="0" i="0" cap="none" baseline="0" dirty="0">
            <a:solidFill>
              <a:schemeClr val="tx1"/>
            </a:solidFill>
          </a:endParaRPr>
        </a:p>
        <a:p>
          <a:pPr>
            <a:defRPr cap="all"/>
          </a:pPr>
          <a:endParaRPr lang="en-US" sz="1400" b="0" i="0" cap="none" baseline="0" dirty="0">
            <a:solidFill>
              <a:schemeClr val="tx1"/>
            </a:solidFill>
          </a:endParaRPr>
        </a:p>
        <a:p>
          <a:pPr>
            <a:defRPr cap="all"/>
          </a:pPr>
          <a:r>
            <a:rPr lang="en-US" sz="1400" b="0" i="0" cap="none" baseline="0" dirty="0">
              <a:solidFill>
                <a:schemeClr val="tx1"/>
              </a:solidFill>
            </a:rPr>
            <a:t>Project taking longer time, can be resolved by breaking down the project into smaller, manageable chunks and then working on it.</a:t>
          </a:r>
          <a:endParaRPr lang="en-US" sz="1400" cap="none" dirty="0">
            <a:solidFill>
              <a:schemeClr val="tx1"/>
            </a:solidFill>
          </a:endParaRPr>
        </a:p>
      </dgm:t>
    </dgm:pt>
    <dgm:pt modelId="{65CA0E6B-AFC9-4073-AB53-D109624A0B75}" type="parTrans" cxnId="{302C128A-17F7-4A8F-955E-D15C05A4BD37}">
      <dgm:prSet/>
      <dgm:spPr/>
      <dgm:t>
        <a:bodyPr/>
        <a:lstStyle/>
        <a:p>
          <a:endParaRPr lang="en-US"/>
        </a:p>
      </dgm:t>
    </dgm:pt>
    <dgm:pt modelId="{048928AB-6EC2-48B2-868E-9717443292AC}" type="sibTrans" cxnId="{302C128A-17F7-4A8F-955E-D15C05A4BD37}">
      <dgm:prSet/>
      <dgm:spPr/>
      <dgm:t>
        <a:bodyPr/>
        <a:lstStyle/>
        <a:p>
          <a:endParaRPr lang="en-US"/>
        </a:p>
      </dgm:t>
    </dgm:pt>
    <dgm:pt modelId="{401FDE87-1A6E-4597-AB67-86D325268976}">
      <dgm:prSet custT="1"/>
      <dgm:spPr/>
      <dgm:t>
        <a:bodyPr/>
        <a:lstStyle/>
        <a:p>
          <a:pPr marL="0" lvl="0" indent="0" defTabSz="622300"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cap="none" baseline="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Agents that are unable to perform well can be resolved by different reinforcement learning algorithms and custom game scenarios. </a:t>
          </a:r>
        </a:p>
      </dgm:t>
    </dgm:pt>
    <dgm:pt modelId="{E10D4746-9AD2-4D01-BB32-439422E1B25A}" type="parTrans" cxnId="{3ACC01D0-15E1-42E2-AA61-AD05188BB810}">
      <dgm:prSet/>
      <dgm:spPr/>
      <dgm:t>
        <a:bodyPr/>
        <a:lstStyle/>
        <a:p>
          <a:endParaRPr lang="en-US"/>
        </a:p>
      </dgm:t>
    </dgm:pt>
    <dgm:pt modelId="{785C00F3-ABE9-4E7D-A6AE-4D77FD583D89}" type="sibTrans" cxnId="{3ACC01D0-15E1-42E2-AA61-AD05188BB810}">
      <dgm:prSet/>
      <dgm:spPr/>
      <dgm:t>
        <a:bodyPr/>
        <a:lstStyle/>
        <a:p>
          <a:endParaRPr lang="en-US"/>
        </a:p>
      </dgm:t>
    </dgm:pt>
    <dgm:pt modelId="{B55FC84E-C7DC-4B1C-BE2B-108EB9B340AD}">
      <dgm:prSet custT="1"/>
      <dgm:spPr/>
      <dgm:t>
        <a:bodyPr/>
        <a:lstStyle/>
        <a:p>
          <a:pPr marL="0" lvl="0" indent="0" defTabSz="622300"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cap="none" baseline="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Designing diverse game scenarios, can reduce the risk of the agent overfitting and improve its ability to generalize its performance to new and unseen VizDoom scenarios.</a:t>
          </a:r>
        </a:p>
      </dgm:t>
    </dgm:pt>
    <dgm:pt modelId="{87FFF972-6C24-4709-AC36-32DAC4F722D7}" type="parTrans" cxnId="{E6573061-B8C9-497D-81E3-06994E5A6C80}">
      <dgm:prSet/>
      <dgm:spPr/>
      <dgm:t>
        <a:bodyPr/>
        <a:lstStyle/>
        <a:p>
          <a:endParaRPr lang="en-US"/>
        </a:p>
      </dgm:t>
    </dgm:pt>
    <dgm:pt modelId="{27EFC82B-E7A0-490D-8B7E-F9F8DBAC52FE}" type="sibTrans" cxnId="{E6573061-B8C9-497D-81E3-06994E5A6C80}">
      <dgm:prSet/>
      <dgm:spPr/>
      <dgm:t>
        <a:bodyPr/>
        <a:lstStyle/>
        <a:p>
          <a:endParaRPr lang="en-US"/>
        </a:p>
      </dgm:t>
    </dgm:pt>
    <dgm:pt modelId="{8FE3808A-7CEC-4DB0-AC6C-8100F5AE4934}" type="pres">
      <dgm:prSet presAssocID="{44917094-59FF-483B-ABE6-B73EAA33C565}" presName="root" presStyleCnt="0">
        <dgm:presLayoutVars>
          <dgm:dir/>
          <dgm:resizeHandles val="exact"/>
        </dgm:presLayoutVars>
      </dgm:prSet>
      <dgm:spPr/>
    </dgm:pt>
    <dgm:pt modelId="{301C512A-F364-4E87-9876-314052D1A254}" type="pres">
      <dgm:prSet presAssocID="{B52BCEC7-0706-4476-B06D-1C611D237703}" presName="compNode" presStyleCnt="0"/>
      <dgm:spPr/>
    </dgm:pt>
    <dgm:pt modelId="{D3B0C7CC-1EA3-4B82-B627-A7C1917F0F2C}" type="pres">
      <dgm:prSet presAssocID="{B52BCEC7-0706-4476-B06D-1C611D237703}" presName="iconBgRect" presStyleLbl="bgShp" presStyleIdx="0" presStyleCnt="3" custLinFactNeighborX="2817" custLinFactNeighborY="-15043"/>
      <dgm:spPr/>
    </dgm:pt>
    <dgm:pt modelId="{A524DABB-3522-4BB7-B8A4-A586055B7B6B}" type="pres">
      <dgm:prSet presAssocID="{B52BCEC7-0706-4476-B06D-1C611D237703}" presName="iconRect" presStyleLbl="node1" presStyleIdx="0" presStyleCnt="3" custLinFactNeighborX="4910" custLinFactNeighborY="-3448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75C1F31-1A50-44A3-A7AA-4F57C96129A0}" type="pres">
      <dgm:prSet presAssocID="{B52BCEC7-0706-4476-B06D-1C611D237703}" presName="spaceRect" presStyleCnt="0"/>
      <dgm:spPr/>
    </dgm:pt>
    <dgm:pt modelId="{83C762F7-8995-454B-8855-96220228DE16}" type="pres">
      <dgm:prSet presAssocID="{B52BCEC7-0706-4476-B06D-1C611D237703}" presName="textRect" presStyleLbl="revTx" presStyleIdx="0" presStyleCnt="3" custScaleY="142786" custLinFactNeighborY="-6444">
        <dgm:presLayoutVars>
          <dgm:chMax val="1"/>
          <dgm:chPref val="1"/>
        </dgm:presLayoutVars>
      </dgm:prSet>
      <dgm:spPr/>
    </dgm:pt>
    <dgm:pt modelId="{0DB39BA6-8B41-4E3F-87BB-70C0B76A95DE}" type="pres">
      <dgm:prSet presAssocID="{048928AB-6EC2-48B2-868E-9717443292AC}" presName="sibTrans" presStyleCnt="0"/>
      <dgm:spPr/>
    </dgm:pt>
    <dgm:pt modelId="{C1DC41AA-626C-4094-9DAD-C08393E57463}" type="pres">
      <dgm:prSet presAssocID="{401FDE87-1A6E-4597-AB67-86D325268976}" presName="compNode" presStyleCnt="0"/>
      <dgm:spPr/>
    </dgm:pt>
    <dgm:pt modelId="{8B4CF16B-141A-48F9-A220-430735FB413C}" type="pres">
      <dgm:prSet presAssocID="{401FDE87-1A6E-4597-AB67-86D325268976}" presName="iconBgRect" presStyleLbl="bgShp" presStyleIdx="1" presStyleCnt="3" custLinFactNeighborY="-23222"/>
      <dgm:spPr/>
    </dgm:pt>
    <dgm:pt modelId="{B250B879-C34A-47FF-999B-DF852B46E82A}" type="pres">
      <dgm:prSet presAssocID="{401FDE87-1A6E-4597-AB67-86D325268976}" presName="iconRect" presStyleLbl="node1" presStyleIdx="1" presStyleCnt="3" custLinFactNeighborY="-4047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5D58CF16-A3B1-4D72-BC63-512D8C359B20}" type="pres">
      <dgm:prSet presAssocID="{401FDE87-1A6E-4597-AB67-86D325268976}" presName="spaceRect" presStyleCnt="0"/>
      <dgm:spPr/>
    </dgm:pt>
    <dgm:pt modelId="{48E5784F-04E2-4DF4-8A08-CA89A0F9BB60}" type="pres">
      <dgm:prSet presAssocID="{401FDE87-1A6E-4597-AB67-86D325268976}" presName="textRect" presStyleLbl="revTx" presStyleIdx="1" presStyleCnt="3">
        <dgm:presLayoutVars>
          <dgm:chMax val="1"/>
          <dgm:chPref val="1"/>
        </dgm:presLayoutVars>
      </dgm:prSet>
      <dgm:spPr/>
    </dgm:pt>
    <dgm:pt modelId="{13A93C9F-B6E3-4F66-9B68-E2F844B6C6FB}" type="pres">
      <dgm:prSet presAssocID="{785C00F3-ABE9-4E7D-A6AE-4D77FD583D89}" presName="sibTrans" presStyleCnt="0"/>
      <dgm:spPr/>
    </dgm:pt>
    <dgm:pt modelId="{76EF9E7B-89C1-4E99-B832-71E0E421F78B}" type="pres">
      <dgm:prSet presAssocID="{B55FC84E-C7DC-4B1C-BE2B-108EB9B340AD}" presName="compNode" presStyleCnt="0"/>
      <dgm:spPr/>
    </dgm:pt>
    <dgm:pt modelId="{340EA42C-A0BB-4AF6-90CB-9E99BBC54F34}" type="pres">
      <dgm:prSet presAssocID="{B55FC84E-C7DC-4B1C-BE2B-108EB9B340AD}" presName="iconBgRect" presStyleLbl="bgShp" presStyleIdx="2" presStyleCnt="3" custLinFactNeighborX="-563" custLinFactNeighborY="-23222"/>
      <dgm:spPr/>
    </dgm:pt>
    <dgm:pt modelId="{602E5DD3-AF0E-43DF-878C-D0444A43288A}" type="pres">
      <dgm:prSet presAssocID="{B55FC84E-C7DC-4B1C-BE2B-108EB9B340AD}" presName="iconRect" presStyleLbl="node1" presStyleIdx="2" presStyleCnt="3" custLinFactNeighborX="-982" custLinFactNeighborY="-4047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C205E44-A028-40AE-9376-E411C6EBAA31}" type="pres">
      <dgm:prSet presAssocID="{B55FC84E-C7DC-4B1C-BE2B-108EB9B340AD}" presName="spaceRect" presStyleCnt="0"/>
      <dgm:spPr/>
    </dgm:pt>
    <dgm:pt modelId="{3A908767-72AA-4230-A8E4-D064CCC3C700}" type="pres">
      <dgm:prSet presAssocID="{B55FC84E-C7DC-4B1C-BE2B-108EB9B340A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3344E14-E227-45DB-90CE-01BC4CE600C3}" type="presOf" srcId="{B55FC84E-C7DC-4B1C-BE2B-108EB9B340AD}" destId="{3A908767-72AA-4230-A8E4-D064CCC3C700}" srcOrd="0" destOrd="0" presId="urn:microsoft.com/office/officeart/2018/5/layout/IconCircleLabelList"/>
    <dgm:cxn modelId="{E6573061-B8C9-497D-81E3-06994E5A6C80}" srcId="{44917094-59FF-483B-ABE6-B73EAA33C565}" destId="{B55FC84E-C7DC-4B1C-BE2B-108EB9B340AD}" srcOrd="2" destOrd="0" parTransId="{87FFF972-6C24-4709-AC36-32DAC4F722D7}" sibTransId="{27EFC82B-E7A0-490D-8B7E-F9F8DBAC52FE}"/>
    <dgm:cxn modelId="{C7462B67-6F90-413B-A970-4230104D8830}" type="presOf" srcId="{B52BCEC7-0706-4476-B06D-1C611D237703}" destId="{83C762F7-8995-454B-8855-96220228DE16}" srcOrd="0" destOrd="0" presId="urn:microsoft.com/office/officeart/2018/5/layout/IconCircleLabelList"/>
    <dgm:cxn modelId="{244FBA47-D521-46AC-81AF-CA770284EBC4}" type="presOf" srcId="{44917094-59FF-483B-ABE6-B73EAA33C565}" destId="{8FE3808A-7CEC-4DB0-AC6C-8100F5AE4934}" srcOrd="0" destOrd="0" presId="urn:microsoft.com/office/officeart/2018/5/layout/IconCircleLabelList"/>
    <dgm:cxn modelId="{302C128A-17F7-4A8F-955E-D15C05A4BD37}" srcId="{44917094-59FF-483B-ABE6-B73EAA33C565}" destId="{B52BCEC7-0706-4476-B06D-1C611D237703}" srcOrd="0" destOrd="0" parTransId="{65CA0E6B-AFC9-4073-AB53-D109624A0B75}" sibTransId="{048928AB-6EC2-48B2-868E-9717443292AC}"/>
    <dgm:cxn modelId="{3ACC01D0-15E1-42E2-AA61-AD05188BB810}" srcId="{44917094-59FF-483B-ABE6-B73EAA33C565}" destId="{401FDE87-1A6E-4597-AB67-86D325268976}" srcOrd="1" destOrd="0" parTransId="{E10D4746-9AD2-4D01-BB32-439422E1B25A}" sibTransId="{785C00F3-ABE9-4E7D-A6AE-4D77FD583D89}"/>
    <dgm:cxn modelId="{8C59C7FF-C12D-42BF-ACAC-6885ED52DF78}" type="presOf" srcId="{401FDE87-1A6E-4597-AB67-86D325268976}" destId="{48E5784F-04E2-4DF4-8A08-CA89A0F9BB60}" srcOrd="0" destOrd="0" presId="urn:microsoft.com/office/officeart/2018/5/layout/IconCircleLabelList"/>
    <dgm:cxn modelId="{821A612E-202F-4044-A232-7A1BEAE7257D}" type="presParOf" srcId="{8FE3808A-7CEC-4DB0-AC6C-8100F5AE4934}" destId="{301C512A-F364-4E87-9876-314052D1A254}" srcOrd="0" destOrd="0" presId="urn:microsoft.com/office/officeart/2018/5/layout/IconCircleLabelList"/>
    <dgm:cxn modelId="{DF5E7F61-4076-4D61-8E98-69D056EC2E2E}" type="presParOf" srcId="{301C512A-F364-4E87-9876-314052D1A254}" destId="{D3B0C7CC-1EA3-4B82-B627-A7C1917F0F2C}" srcOrd="0" destOrd="0" presId="urn:microsoft.com/office/officeart/2018/5/layout/IconCircleLabelList"/>
    <dgm:cxn modelId="{7A21D136-1555-4AC1-AB54-31CEBA2E65CC}" type="presParOf" srcId="{301C512A-F364-4E87-9876-314052D1A254}" destId="{A524DABB-3522-4BB7-B8A4-A586055B7B6B}" srcOrd="1" destOrd="0" presId="urn:microsoft.com/office/officeart/2018/5/layout/IconCircleLabelList"/>
    <dgm:cxn modelId="{6445271E-07D7-4961-B5F5-EBCD385CFD27}" type="presParOf" srcId="{301C512A-F364-4E87-9876-314052D1A254}" destId="{B75C1F31-1A50-44A3-A7AA-4F57C96129A0}" srcOrd="2" destOrd="0" presId="urn:microsoft.com/office/officeart/2018/5/layout/IconCircleLabelList"/>
    <dgm:cxn modelId="{52A40A6B-06AD-4462-AA6A-881EC456FC4D}" type="presParOf" srcId="{301C512A-F364-4E87-9876-314052D1A254}" destId="{83C762F7-8995-454B-8855-96220228DE16}" srcOrd="3" destOrd="0" presId="urn:microsoft.com/office/officeart/2018/5/layout/IconCircleLabelList"/>
    <dgm:cxn modelId="{68FBE627-9E51-48EF-AA74-EADE76156037}" type="presParOf" srcId="{8FE3808A-7CEC-4DB0-AC6C-8100F5AE4934}" destId="{0DB39BA6-8B41-4E3F-87BB-70C0B76A95DE}" srcOrd="1" destOrd="0" presId="urn:microsoft.com/office/officeart/2018/5/layout/IconCircleLabelList"/>
    <dgm:cxn modelId="{20EDAA37-502C-4165-A0F9-FCF3B33792E7}" type="presParOf" srcId="{8FE3808A-7CEC-4DB0-AC6C-8100F5AE4934}" destId="{C1DC41AA-626C-4094-9DAD-C08393E57463}" srcOrd="2" destOrd="0" presId="urn:microsoft.com/office/officeart/2018/5/layout/IconCircleLabelList"/>
    <dgm:cxn modelId="{C75FDE2A-288A-4755-8D45-64B8A9CD6249}" type="presParOf" srcId="{C1DC41AA-626C-4094-9DAD-C08393E57463}" destId="{8B4CF16B-141A-48F9-A220-430735FB413C}" srcOrd="0" destOrd="0" presId="urn:microsoft.com/office/officeart/2018/5/layout/IconCircleLabelList"/>
    <dgm:cxn modelId="{B26D4E5F-11A1-4C7C-BCD6-607208BF8A88}" type="presParOf" srcId="{C1DC41AA-626C-4094-9DAD-C08393E57463}" destId="{B250B879-C34A-47FF-999B-DF852B46E82A}" srcOrd="1" destOrd="0" presId="urn:microsoft.com/office/officeart/2018/5/layout/IconCircleLabelList"/>
    <dgm:cxn modelId="{77C5FF05-1DD4-415C-BF82-E57B5A1B8A50}" type="presParOf" srcId="{C1DC41AA-626C-4094-9DAD-C08393E57463}" destId="{5D58CF16-A3B1-4D72-BC63-512D8C359B20}" srcOrd="2" destOrd="0" presId="urn:microsoft.com/office/officeart/2018/5/layout/IconCircleLabelList"/>
    <dgm:cxn modelId="{481684E4-2E80-43BC-9A67-2D7DF2EE9B6F}" type="presParOf" srcId="{C1DC41AA-626C-4094-9DAD-C08393E57463}" destId="{48E5784F-04E2-4DF4-8A08-CA89A0F9BB60}" srcOrd="3" destOrd="0" presId="urn:microsoft.com/office/officeart/2018/5/layout/IconCircleLabelList"/>
    <dgm:cxn modelId="{AAEA3A69-E015-4E16-B7B6-4699383C5C2C}" type="presParOf" srcId="{8FE3808A-7CEC-4DB0-AC6C-8100F5AE4934}" destId="{13A93C9F-B6E3-4F66-9B68-E2F844B6C6FB}" srcOrd="3" destOrd="0" presId="urn:microsoft.com/office/officeart/2018/5/layout/IconCircleLabelList"/>
    <dgm:cxn modelId="{F6B6A509-298F-4685-915D-7594847EC09C}" type="presParOf" srcId="{8FE3808A-7CEC-4DB0-AC6C-8100F5AE4934}" destId="{76EF9E7B-89C1-4E99-B832-71E0E421F78B}" srcOrd="4" destOrd="0" presId="urn:microsoft.com/office/officeart/2018/5/layout/IconCircleLabelList"/>
    <dgm:cxn modelId="{4DC6EBF6-CBB3-4370-AA7C-0522DFF13C57}" type="presParOf" srcId="{76EF9E7B-89C1-4E99-B832-71E0E421F78B}" destId="{340EA42C-A0BB-4AF6-90CB-9E99BBC54F34}" srcOrd="0" destOrd="0" presId="urn:microsoft.com/office/officeart/2018/5/layout/IconCircleLabelList"/>
    <dgm:cxn modelId="{A46A9941-8381-4D37-B4FA-020B1872DC72}" type="presParOf" srcId="{76EF9E7B-89C1-4E99-B832-71E0E421F78B}" destId="{602E5DD3-AF0E-43DF-878C-D0444A43288A}" srcOrd="1" destOrd="0" presId="urn:microsoft.com/office/officeart/2018/5/layout/IconCircleLabelList"/>
    <dgm:cxn modelId="{564A5696-45FF-41C6-A432-6BC6E45EE567}" type="presParOf" srcId="{76EF9E7B-89C1-4E99-B832-71E0E421F78B}" destId="{0C205E44-A028-40AE-9376-E411C6EBAA31}" srcOrd="2" destOrd="0" presId="urn:microsoft.com/office/officeart/2018/5/layout/IconCircleLabelList"/>
    <dgm:cxn modelId="{C6638E23-D058-4282-ABFA-4D809F6F3234}" type="presParOf" srcId="{76EF9E7B-89C1-4E99-B832-71E0E421F78B}" destId="{3A908767-72AA-4230-A8E4-D064CCC3C70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610D60-DA28-4D5D-A733-FFE5D07B191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A8EEF7-6F89-466D-AD4E-FF59EA83C72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Gaming: </a:t>
          </a:r>
          <a:r>
            <a:rPr lang="en-US" sz="1400" dirty="0"/>
            <a:t>Trained AI agents can create more fun and engaging NPCs.</a:t>
          </a:r>
        </a:p>
      </dgm:t>
    </dgm:pt>
    <dgm:pt modelId="{5C22C21E-A7F9-46D6-B816-0A8113A67BF2}" type="parTrans" cxnId="{2963C569-B075-40BB-A2C2-2FDB9D2ABFC8}">
      <dgm:prSet/>
      <dgm:spPr/>
      <dgm:t>
        <a:bodyPr/>
        <a:lstStyle/>
        <a:p>
          <a:endParaRPr lang="en-US"/>
        </a:p>
      </dgm:t>
    </dgm:pt>
    <dgm:pt modelId="{28E3ADC6-6FAE-4308-86ED-57BDC632A8DE}" type="sibTrans" cxnId="{2963C569-B075-40BB-A2C2-2FDB9D2ABFC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AD0BD9C-0A99-48CA-A24D-BDDE62AF838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Robotics: </a:t>
          </a:r>
          <a:r>
            <a:rPr lang="en-US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Trained agents can control robots that can be used to carry out dangerous, repetitive tasks and everyday human tasks.</a:t>
          </a:r>
        </a:p>
      </dgm:t>
    </dgm:pt>
    <dgm:pt modelId="{2E4AD09E-F326-4E3F-A72F-B36534FC5772}" type="parTrans" cxnId="{E0DC9FC3-619A-407F-BBF4-3D360759E15D}">
      <dgm:prSet/>
      <dgm:spPr/>
      <dgm:t>
        <a:bodyPr/>
        <a:lstStyle/>
        <a:p>
          <a:endParaRPr lang="en-US"/>
        </a:p>
      </dgm:t>
    </dgm:pt>
    <dgm:pt modelId="{E859D222-779D-478E-AF0D-3E3EF00581DC}" type="sibTrans" cxnId="{E0DC9FC3-619A-407F-BBF4-3D360759E1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019DED4-1F41-45A3-9DD9-CAB3C3E399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+mn-lt"/>
            </a:rPr>
            <a:t>Self-driving-cars: </a:t>
          </a:r>
          <a:r>
            <a:rPr lang="en-US" dirty="0">
              <a:latin typeface="+mn-lt"/>
            </a:rPr>
            <a:t>Trained AI agents control these cars that lead to more safety and less accidents. </a:t>
          </a:r>
        </a:p>
      </dgm:t>
    </dgm:pt>
    <dgm:pt modelId="{8005C88C-3B3D-4992-99A4-0D2564219410}" type="parTrans" cxnId="{6452DB72-5B85-47D4-9E97-5560314E6D0F}">
      <dgm:prSet/>
      <dgm:spPr/>
      <dgm:t>
        <a:bodyPr/>
        <a:lstStyle/>
        <a:p>
          <a:endParaRPr lang="en-US"/>
        </a:p>
      </dgm:t>
    </dgm:pt>
    <dgm:pt modelId="{0E8524C3-7C53-461F-81EE-4BC8C4CAA20F}" type="sibTrans" cxnId="{6452DB72-5B85-47D4-9E97-5560314E6D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AEE945-B201-43D1-8EB6-794C1D8290ED}">
      <dgm:prSet custT="1"/>
      <dgm:spPr/>
      <dgm:t>
        <a:bodyPr/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Finance: </a:t>
          </a:r>
          <a:r>
            <a:rPr lang="en-US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Trained AI agents improve the financial market by making intelligent trading decisions.</a:t>
          </a:r>
        </a:p>
      </dgm:t>
    </dgm:pt>
    <dgm:pt modelId="{68CB6CF6-0352-4894-80E8-1A78823EAABB}" type="parTrans" cxnId="{6C03B186-235F-4B15-98DC-5F7F041C97CE}">
      <dgm:prSet/>
      <dgm:spPr/>
      <dgm:t>
        <a:bodyPr/>
        <a:lstStyle/>
        <a:p>
          <a:endParaRPr lang="en-US"/>
        </a:p>
      </dgm:t>
    </dgm:pt>
    <dgm:pt modelId="{9D008ABA-1FCA-414E-AC75-857D11E8844D}" type="sibTrans" cxnId="{6C03B186-235F-4B15-98DC-5F7F041C97C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316D83-493C-4881-90CD-512D2F1BA9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+mn-lt"/>
            </a:rPr>
            <a:t>Healthcare: </a:t>
          </a:r>
          <a:r>
            <a:rPr lang="en-US" dirty="0">
              <a:latin typeface="+mn-lt"/>
            </a:rPr>
            <a:t>Trained AI agents can develop new medical treatments and diagnose diseases.</a:t>
          </a:r>
        </a:p>
      </dgm:t>
    </dgm:pt>
    <dgm:pt modelId="{5B4C8E23-B62B-4ADD-8685-63D37A0936CF}" type="parTrans" cxnId="{1B2C3884-C649-47BC-B652-7009B06FF77D}">
      <dgm:prSet/>
      <dgm:spPr/>
      <dgm:t>
        <a:bodyPr/>
        <a:lstStyle/>
        <a:p>
          <a:endParaRPr lang="en-US"/>
        </a:p>
      </dgm:t>
    </dgm:pt>
    <dgm:pt modelId="{42C3644E-7EF8-42C6-8CE7-60F98E3B2550}" type="sibTrans" cxnId="{1B2C3884-C649-47BC-B652-7009B06FF77D}">
      <dgm:prSet/>
      <dgm:spPr/>
      <dgm:t>
        <a:bodyPr/>
        <a:lstStyle/>
        <a:p>
          <a:endParaRPr lang="en-US"/>
        </a:p>
      </dgm:t>
    </dgm:pt>
    <dgm:pt modelId="{D5D38481-741F-4DDB-BE87-6BF9D3284858}" type="pres">
      <dgm:prSet presAssocID="{A3610D60-DA28-4D5D-A733-FFE5D07B1911}" presName="root" presStyleCnt="0">
        <dgm:presLayoutVars>
          <dgm:dir/>
          <dgm:resizeHandles val="exact"/>
        </dgm:presLayoutVars>
      </dgm:prSet>
      <dgm:spPr/>
    </dgm:pt>
    <dgm:pt modelId="{71C8F83A-B0DC-42FA-BF38-F103595F8482}" type="pres">
      <dgm:prSet presAssocID="{A3610D60-DA28-4D5D-A733-FFE5D07B1911}" presName="container" presStyleCnt="0">
        <dgm:presLayoutVars>
          <dgm:dir/>
          <dgm:resizeHandles val="exact"/>
        </dgm:presLayoutVars>
      </dgm:prSet>
      <dgm:spPr/>
    </dgm:pt>
    <dgm:pt modelId="{568FC6CD-DD2D-49F2-85A4-EA3556F74D11}" type="pres">
      <dgm:prSet presAssocID="{71A8EEF7-6F89-466D-AD4E-FF59EA83C720}" presName="compNode" presStyleCnt="0"/>
      <dgm:spPr/>
    </dgm:pt>
    <dgm:pt modelId="{74C976B6-AB83-4704-9023-C947D2DA7991}" type="pres">
      <dgm:prSet presAssocID="{71A8EEF7-6F89-466D-AD4E-FF59EA83C720}" presName="iconBgRect" presStyleLbl="bgShp" presStyleIdx="0" presStyleCnt="5"/>
      <dgm:spPr/>
    </dgm:pt>
    <dgm:pt modelId="{6D4518D7-11AF-42F5-8B41-9BC9CB8B9212}" type="pres">
      <dgm:prSet presAssocID="{71A8EEF7-6F89-466D-AD4E-FF59EA83C72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92ECF578-8423-4814-B1D3-A85E6A21FD62}" type="pres">
      <dgm:prSet presAssocID="{71A8EEF7-6F89-466D-AD4E-FF59EA83C720}" presName="spaceRect" presStyleCnt="0"/>
      <dgm:spPr/>
    </dgm:pt>
    <dgm:pt modelId="{D2FA294C-7705-4D63-960C-082786247DD6}" type="pres">
      <dgm:prSet presAssocID="{71A8EEF7-6F89-466D-AD4E-FF59EA83C720}" presName="textRect" presStyleLbl="revTx" presStyleIdx="0" presStyleCnt="5">
        <dgm:presLayoutVars>
          <dgm:chMax val="1"/>
          <dgm:chPref val="1"/>
        </dgm:presLayoutVars>
      </dgm:prSet>
      <dgm:spPr/>
    </dgm:pt>
    <dgm:pt modelId="{FE3B47FB-5730-4B29-BCAC-FE0FE59421D6}" type="pres">
      <dgm:prSet presAssocID="{28E3ADC6-6FAE-4308-86ED-57BDC632A8DE}" presName="sibTrans" presStyleLbl="sibTrans2D1" presStyleIdx="0" presStyleCnt="0"/>
      <dgm:spPr/>
    </dgm:pt>
    <dgm:pt modelId="{91FED8CD-662C-4D4E-AB3E-8AA9CE9CC9BE}" type="pres">
      <dgm:prSet presAssocID="{8AD0BD9C-0A99-48CA-A24D-BDDE62AF838E}" presName="compNode" presStyleCnt="0"/>
      <dgm:spPr/>
    </dgm:pt>
    <dgm:pt modelId="{7609036A-1ACE-41B2-8450-7BBAF09E6231}" type="pres">
      <dgm:prSet presAssocID="{8AD0BD9C-0A99-48CA-A24D-BDDE62AF838E}" presName="iconBgRect" presStyleLbl="bgShp" presStyleIdx="1" presStyleCnt="5"/>
      <dgm:spPr/>
    </dgm:pt>
    <dgm:pt modelId="{78D5432E-2EB2-412B-BD37-46B83F7075AA}" type="pres">
      <dgm:prSet presAssocID="{8AD0BD9C-0A99-48CA-A24D-BDDE62AF838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B2FA8A0-7D12-4BA0-B33B-F15A2E59B789}" type="pres">
      <dgm:prSet presAssocID="{8AD0BD9C-0A99-48CA-A24D-BDDE62AF838E}" presName="spaceRect" presStyleCnt="0"/>
      <dgm:spPr/>
    </dgm:pt>
    <dgm:pt modelId="{5D28E930-0067-451D-B029-0B1372410966}" type="pres">
      <dgm:prSet presAssocID="{8AD0BD9C-0A99-48CA-A24D-BDDE62AF838E}" presName="textRect" presStyleLbl="revTx" presStyleIdx="1" presStyleCnt="5" custLinFactNeighborY="10665">
        <dgm:presLayoutVars>
          <dgm:chMax val="1"/>
          <dgm:chPref val="1"/>
        </dgm:presLayoutVars>
      </dgm:prSet>
      <dgm:spPr/>
    </dgm:pt>
    <dgm:pt modelId="{9381A28C-992D-412A-8341-9DC5B0F4A549}" type="pres">
      <dgm:prSet presAssocID="{E859D222-779D-478E-AF0D-3E3EF00581DC}" presName="sibTrans" presStyleLbl="sibTrans2D1" presStyleIdx="0" presStyleCnt="0"/>
      <dgm:spPr/>
    </dgm:pt>
    <dgm:pt modelId="{B37BC675-1E62-454D-BED8-2EF037430CF3}" type="pres">
      <dgm:prSet presAssocID="{9019DED4-1F41-45A3-9DD9-CAB3C3E3998B}" presName="compNode" presStyleCnt="0"/>
      <dgm:spPr/>
    </dgm:pt>
    <dgm:pt modelId="{710897B1-3AC9-4A1F-912F-3D95B943FD5D}" type="pres">
      <dgm:prSet presAssocID="{9019DED4-1F41-45A3-9DD9-CAB3C3E3998B}" presName="iconBgRect" presStyleLbl="bgShp" presStyleIdx="2" presStyleCnt="5"/>
      <dgm:spPr/>
    </dgm:pt>
    <dgm:pt modelId="{917CCC30-D737-4469-868E-082EF46FA7F6}" type="pres">
      <dgm:prSet presAssocID="{9019DED4-1F41-45A3-9DD9-CAB3C3E3998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7DBFDBB5-0014-44DB-AEE8-6D9E6152E3DE}" type="pres">
      <dgm:prSet presAssocID="{9019DED4-1F41-45A3-9DD9-CAB3C3E3998B}" presName="spaceRect" presStyleCnt="0"/>
      <dgm:spPr/>
    </dgm:pt>
    <dgm:pt modelId="{AF3E3167-052C-4994-AFE6-A925494CA7FF}" type="pres">
      <dgm:prSet presAssocID="{9019DED4-1F41-45A3-9DD9-CAB3C3E3998B}" presName="textRect" presStyleLbl="revTx" presStyleIdx="2" presStyleCnt="5">
        <dgm:presLayoutVars>
          <dgm:chMax val="1"/>
          <dgm:chPref val="1"/>
        </dgm:presLayoutVars>
      </dgm:prSet>
      <dgm:spPr/>
    </dgm:pt>
    <dgm:pt modelId="{675F019B-E109-4ADD-9836-5AF14C5DC996}" type="pres">
      <dgm:prSet presAssocID="{0E8524C3-7C53-461F-81EE-4BC8C4CAA20F}" presName="sibTrans" presStyleLbl="sibTrans2D1" presStyleIdx="0" presStyleCnt="0"/>
      <dgm:spPr/>
    </dgm:pt>
    <dgm:pt modelId="{E67AF0DF-2A93-4D55-97B6-02F7941BD15F}" type="pres">
      <dgm:prSet presAssocID="{84AEE945-B201-43D1-8EB6-794C1D8290ED}" presName="compNode" presStyleCnt="0"/>
      <dgm:spPr/>
    </dgm:pt>
    <dgm:pt modelId="{BDB381BA-3085-47F1-B9DC-5D556232D207}" type="pres">
      <dgm:prSet presAssocID="{84AEE945-B201-43D1-8EB6-794C1D8290ED}" presName="iconBgRect" presStyleLbl="bgShp" presStyleIdx="3" presStyleCnt="5"/>
      <dgm:spPr/>
    </dgm:pt>
    <dgm:pt modelId="{4B1B73A3-1FDC-4560-8B3C-1481A9C80A83}" type="pres">
      <dgm:prSet presAssocID="{84AEE945-B201-43D1-8EB6-794C1D8290E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0A38370-DD5F-40E3-9FDC-4D6C582DC13D}" type="pres">
      <dgm:prSet presAssocID="{84AEE945-B201-43D1-8EB6-794C1D8290ED}" presName="spaceRect" presStyleCnt="0"/>
      <dgm:spPr/>
    </dgm:pt>
    <dgm:pt modelId="{1908C767-B7AD-483E-A5E7-478789765B6B}" type="pres">
      <dgm:prSet presAssocID="{84AEE945-B201-43D1-8EB6-794C1D8290ED}" presName="textRect" presStyleLbl="revTx" presStyleIdx="3" presStyleCnt="5">
        <dgm:presLayoutVars>
          <dgm:chMax val="1"/>
          <dgm:chPref val="1"/>
        </dgm:presLayoutVars>
      </dgm:prSet>
      <dgm:spPr/>
    </dgm:pt>
    <dgm:pt modelId="{C1AECF7C-D8FF-41FB-A195-1A11FF11EC78}" type="pres">
      <dgm:prSet presAssocID="{9D008ABA-1FCA-414E-AC75-857D11E8844D}" presName="sibTrans" presStyleLbl="sibTrans2D1" presStyleIdx="0" presStyleCnt="0"/>
      <dgm:spPr/>
    </dgm:pt>
    <dgm:pt modelId="{45F7C4DB-2BC9-4107-B1C0-C5078791F2C7}" type="pres">
      <dgm:prSet presAssocID="{2C316D83-493C-4881-90CD-512D2F1BA98E}" presName="compNode" presStyleCnt="0"/>
      <dgm:spPr/>
    </dgm:pt>
    <dgm:pt modelId="{C07D67FE-6711-46B7-965A-7CC7F63F10C8}" type="pres">
      <dgm:prSet presAssocID="{2C316D83-493C-4881-90CD-512D2F1BA98E}" presName="iconBgRect" presStyleLbl="bgShp" presStyleIdx="4" presStyleCnt="5"/>
      <dgm:spPr/>
    </dgm:pt>
    <dgm:pt modelId="{A1693823-3EC4-46A0-B044-80F423370CB3}" type="pres">
      <dgm:prSet presAssocID="{2C316D83-493C-4881-90CD-512D2F1BA98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C7636BFC-915B-4CAA-BD43-39DF3FBC8B48}" type="pres">
      <dgm:prSet presAssocID="{2C316D83-493C-4881-90CD-512D2F1BA98E}" presName="spaceRect" presStyleCnt="0"/>
      <dgm:spPr/>
    </dgm:pt>
    <dgm:pt modelId="{2C98D96F-8B3E-417E-8F31-07B90B003FA1}" type="pres">
      <dgm:prSet presAssocID="{2C316D83-493C-4881-90CD-512D2F1BA98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2C4BF17-F0E4-4E5C-B9B2-2105C95705CB}" type="presOf" srcId="{9D008ABA-1FCA-414E-AC75-857D11E8844D}" destId="{C1AECF7C-D8FF-41FB-A195-1A11FF11EC78}" srcOrd="0" destOrd="0" presId="urn:microsoft.com/office/officeart/2018/2/layout/IconCircleList"/>
    <dgm:cxn modelId="{D38D3B28-BBE3-4B6B-9A33-FF3372C54689}" type="presOf" srcId="{8AD0BD9C-0A99-48CA-A24D-BDDE62AF838E}" destId="{5D28E930-0067-451D-B029-0B1372410966}" srcOrd="0" destOrd="0" presId="urn:microsoft.com/office/officeart/2018/2/layout/IconCircleList"/>
    <dgm:cxn modelId="{FD9C6428-2CC4-42BE-BB04-D4518A52937C}" type="presOf" srcId="{A3610D60-DA28-4D5D-A733-FFE5D07B1911}" destId="{D5D38481-741F-4DDB-BE87-6BF9D3284858}" srcOrd="0" destOrd="0" presId="urn:microsoft.com/office/officeart/2018/2/layout/IconCircleList"/>
    <dgm:cxn modelId="{8517CB5C-34D0-408F-A885-CEC77250144D}" type="presOf" srcId="{84AEE945-B201-43D1-8EB6-794C1D8290ED}" destId="{1908C767-B7AD-483E-A5E7-478789765B6B}" srcOrd="0" destOrd="0" presId="urn:microsoft.com/office/officeart/2018/2/layout/IconCircleList"/>
    <dgm:cxn modelId="{2963C569-B075-40BB-A2C2-2FDB9D2ABFC8}" srcId="{A3610D60-DA28-4D5D-A733-FFE5D07B1911}" destId="{71A8EEF7-6F89-466D-AD4E-FF59EA83C720}" srcOrd="0" destOrd="0" parTransId="{5C22C21E-A7F9-46D6-B816-0A8113A67BF2}" sibTransId="{28E3ADC6-6FAE-4308-86ED-57BDC632A8DE}"/>
    <dgm:cxn modelId="{F3E5F24A-5DAD-4A70-86B2-1F2F39F4FC83}" type="presOf" srcId="{E859D222-779D-478E-AF0D-3E3EF00581DC}" destId="{9381A28C-992D-412A-8341-9DC5B0F4A549}" srcOrd="0" destOrd="0" presId="urn:microsoft.com/office/officeart/2018/2/layout/IconCircleList"/>
    <dgm:cxn modelId="{70857170-21CD-4BF3-A900-3027DF254406}" type="presOf" srcId="{0E8524C3-7C53-461F-81EE-4BC8C4CAA20F}" destId="{675F019B-E109-4ADD-9836-5AF14C5DC996}" srcOrd="0" destOrd="0" presId="urn:microsoft.com/office/officeart/2018/2/layout/IconCircleList"/>
    <dgm:cxn modelId="{6452DB72-5B85-47D4-9E97-5560314E6D0F}" srcId="{A3610D60-DA28-4D5D-A733-FFE5D07B1911}" destId="{9019DED4-1F41-45A3-9DD9-CAB3C3E3998B}" srcOrd="2" destOrd="0" parTransId="{8005C88C-3B3D-4992-99A4-0D2564219410}" sibTransId="{0E8524C3-7C53-461F-81EE-4BC8C4CAA20F}"/>
    <dgm:cxn modelId="{1B2C3884-C649-47BC-B652-7009B06FF77D}" srcId="{A3610D60-DA28-4D5D-A733-FFE5D07B1911}" destId="{2C316D83-493C-4881-90CD-512D2F1BA98E}" srcOrd="4" destOrd="0" parTransId="{5B4C8E23-B62B-4ADD-8685-63D37A0936CF}" sibTransId="{42C3644E-7EF8-42C6-8CE7-60F98E3B2550}"/>
    <dgm:cxn modelId="{6C03B186-235F-4B15-98DC-5F7F041C97CE}" srcId="{A3610D60-DA28-4D5D-A733-FFE5D07B1911}" destId="{84AEE945-B201-43D1-8EB6-794C1D8290ED}" srcOrd="3" destOrd="0" parTransId="{68CB6CF6-0352-4894-80E8-1A78823EAABB}" sibTransId="{9D008ABA-1FCA-414E-AC75-857D11E8844D}"/>
    <dgm:cxn modelId="{D437359D-069C-42E2-AAED-4339EAD2EB2E}" type="presOf" srcId="{9019DED4-1F41-45A3-9DD9-CAB3C3E3998B}" destId="{AF3E3167-052C-4994-AFE6-A925494CA7FF}" srcOrd="0" destOrd="0" presId="urn:microsoft.com/office/officeart/2018/2/layout/IconCircleList"/>
    <dgm:cxn modelId="{E0DC9FC3-619A-407F-BBF4-3D360759E15D}" srcId="{A3610D60-DA28-4D5D-A733-FFE5D07B1911}" destId="{8AD0BD9C-0A99-48CA-A24D-BDDE62AF838E}" srcOrd="1" destOrd="0" parTransId="{2E4AD09E-F326-4E3F-A72F-B36534FC5772}" sibTransId="{E859D222-779D-478E-AF0D-3E3EF00581DC}"/>
    <dgm:cxn modelId="{7D6D89DD-1024-4148-AB43-738DA46DF62B}" type="presOf" srcId="{2C316D83-493C-4881-90CD-512D2F1BA98E}" destId="{2C98D96F-8B3E-417E-8F31-07B90B003FA1}" srcOrd="0" destOrd="0" presId="urn:microsoft.com/office/officeart/2018/2/layout/IconCircleList"/>
    <dgm:cxn modelId="{15FA59E2-11C4-44B9-926E-B6A8D0F0AFEC}" type="presOf" srcId="{71A8EEF7-6F89-466D-AD4E-FF59EA83C720}" destId="{D2FA294C-7705-4D63-960C-082786247DD6}" srcOrd="0" destOrd="0" presId="urn:microsoft.com/office/officeart/2018/2/layout/IconCircleList"/>
    <dgm:cxn modelId="{27B2ADF2-02DE-4DAB-B42D-2501567BFB6C}" type="presOf" srcId="{28E3ADC6-6FAE-4308-86ED-57BDC632A8DE}" destId="{FE3B47FB-5730-4B29-BCAC-FE0FE59421D6}" srcOrd="0" destOrd="0" presId="urn:microsoft.com/office/officeart/2018/2/layout/IconCircleList"/>
    <dgm:cxn modelId="{CB153BA6-1A86-4E97-8B4C-9F683E762B45}" type="presParOf" srcId="{D5D38481-741F-4DDB-BE87-6BF9D3284858}" destId="{71C8F83A-B0DC-42FA-BF38-F103595F8482}" srcOrd="0" destOrd="0" presId="urn:microsoft.com/office/officeart/2018/2/layout/IconCircleList"/>
    <dgm:cxn modelId="{0D6B11E9-3E7D-4C6D-B82A-239FE1BDE045}" type="presParOf" srcId="{71C8F83A-B0DC-42FA-BF38-F103595F8482}" destId="{568FC6CD-DD2D-49F2-85A4-EA3556F74D11}" srcOrd="0" destOrd="0" presId="urn:microsoft.com/office/officeart/2018/2/layout/IconCircleList"/>
    <dgm:cxn modelId="{4EB498F4-FB22-4D99-A8AC-2C7AA4AD5860}" type="presParOf" srcId="{568FC6CD-DD2D-49F2-85A4-EA3556F74D11}" destId="{74C976B6-AB83-4704-9023-C947D2DA7991}" srcOrd="0" destOrd="0" presId="urn:microsoft.com/office/officeart/2018/2/layout/IconCircleList"/>
    <dgm:cxn modelId="{F826BAFC-F193-457E-A0A3-52F6B4AF0F8A}" type="presParOf" srcId="{568FC6CD-DD2D-49F2-85A4-EA3556F74D11}" destId="{6D4518D7-11AF-42F5-8B41-9BC9CB8B9212}" srcOrd="1" destOrd="0" presId="urn:microsoft.com/office/officeart/2018/2/layout/IconCircleList"/>
    <dgm:cxn modelId="{40100149-833D-401D-BBE0-ED8006E4362B}" type="presParOf" srcId="{568FC6CD-DD2D-49F2-85A4-EA3556F74D11}" destId="{92ECF578-8423-4814-B1D3-A85E6A21FD62}" srcOrd="2" destOrd="0" presId="urn:microsoft.com/office/officeart/2018/2/layout/IconCircleList"/>
    <dgm:cxn modelId="{BA708CEF-14C8-48FE-9AC9-D478858E4EA7}" type="presParOf" srcId="{568FC6CD-DD2D-49F2-85A4-EA3556F74D11}" destId="{D2FA294C-7705-4D63-960C-082786247DD6}" srcOrd="3" destOrd="0" presId="urn:microsoft.com/office/officeart/2018/2/layout/IconCircleList"/>
    <dgm:cxn modelId="{2C076270-A02C-48F8-A59D-DE6D313CB2B3}" type="presParOf" srcId="{71C8F83A-B0DC-42FA-BF38-F103595F8482}" destId="{FE3B47FB-5730-4B29-BCAC-FE0FE59421D6}" srcOrd="1" destOrd="0" presId="urn:microsoft.com/office/officeart/2018/2/layout/IconCircleList"/>
    <dgm:cxn modelId="{CB0F6D48-6A88-478D-8F85-2D25D25F8A9E}" type="presParOf" srcId="{71C8F83A-B0DC-42FA-BF38-F103595F8482}" destId="{91FED8CD-662C-4D4E-AB3E-8AA9CE9CC9BE}" srcOrd="2" destOrd="0" presId="urn:microsoft.com/office/officeart/2018/2/layout/IconCircleList"/>
    <dgm:cxn modelId="{87EA6A85-0E63-4C8D-BA51-B16DDD07488D}" type="presParOf" srcId="{91FED8CD-662C-4D4E-AB3E-8AA9CE9CC9BE}" destId="{7609036A-1ACE-41B2-8450-7BBAF09E6231}" srcOrd="0" destOrd="0" presId="urn:microsoft.com/office/officeart/2018/2/layout/IconCircleList"/>
    <dgm:cxn modelId="{86C0B7E0-98A6-405E-A1E4-ACA91585F823}" type="presParOf" srcId="{91FED8CD-662C-4D4E-AB3E-8AA9CE9CC9BE}" destId="{78D5432E-2EB2-412B-BD37-46B83F7075AA}" srcOrd="1" destOrd="0" presId="urn:microsoft.com/office/officeart/2018/2/layout/IconCircleList"/>
    <dgm:cxn modelId="{1866FEC0-12AB-4F12-A6EE-2E7F761F4913}" type="presParOf" srcId="{91FED8CD-662C-4D4E-AB3E-8AA9CE9CC9BE}" destId="{2B2FA8A0-7D12-4BA0-B33B-F15A2E59B789}" srcOrd="2" destOrd="0" presId="urn:microsoft.com/office/officeart/2018/2/layout/IconCircleList"/>
    <dgm:cxn modelId="{5241E11F-BCD4-441E-A6D8-8B191DEEC0C0}" type="presParOf" srcId="{91FED8CD-662C-4D4E-AB3E-8AA9CE9CC9BE}" destId="{5D28E930-0067-451D-B029-0B1372410966}" srcOrd="3" destOrd="0" presId="urn:microsoft.com/office/officeart/2018/2/layout/IconCircleList"/>
    <dgm:cxn modelId="{B62206DE-8BED-43FD-AE91-15EFF080CEA6}" type="presParOf" srcId="{71C8F83A-B0DC-42FA-BF38-F103595F8482}" destId="{9381A28C-992D-412A-8341-9DC5B0F4A549}" srcOrd="3" destOrd="0" presId="urn:microsoft.com/office/officeart/2018/2/layout/IconCircleList"/>
    <dgm:cxn modelId="{594A8AE4-06F1-4928-9DB1-F17EB95C75F8}" type="presParOf" srcId="{71C8F83A-B0DC-42FA-BF38-F103595F8482}" destId="{B37BC675-1E62-454D-BED8-2EF037430CF3}" srcOrd="4" destOrd="0" presId="urn:microsoft.com/office/officeart/2018/2/layout/IconCircleList"/>
    <dgm:cxn modelId="{59FB752C-5965-4B60-BFAD-9F0151648C72}" type="presParOf" srcId="{B37BC675-1E62-454D-BED8-2EF037430CF3}" destId="{710897B1-3AC9-4A1F-912F-3D95B943FD5D}" srcOrd="0" destOrd="0" presId="urn:microsoft.com/office/officeart/2018/2/layout/IconCircleList"/>
    <dgm:cxn modelId="{76D347A9-4F2A-4681-9DB0-62EDEB9F4833}" type="presParOf" srcId="{B37BC675-1E62-454D-BED8-2EF037430CF3}" destId="{917CCC30-D737-4469-868E-082EF46FA7F6}" srcOrd="1" destOrd="0" presId="urn:microsoft.com/office/officeart/2018/2/layout/IconCircleList"/>
    <dgm:cxn modelId="{64C01197-FE01-4118-959D-AAB934D0A1CA}" type="presParOf" srcId="{B37BC675-1E62-454D-BED8-2EF037430CF3}" destId="{7DBFDBB5-0014-44DB-AEE8-6D9E6152E3DE}" srcOrd="2" destOrd="0" presId="urn:microsoft.com/office/officeart/2018/2/layout/IconCircleList"/>
    <dgm:cxn modelId="{810D9288-6C3F-4967-BDB6-5BF8F79FA999}" type="presParOf" srcId="{B37BC675-1E62-454D-BED8-2EF037430CF3}" destId="{AF3E3167-052C-4994-AFE6-A925494CA7FF}" srcOrd="3" destOrd="0" presId="urn:microsoft.com/office/officeart/2018/2/layout/IconCircleList"/>
    <dgm:cxn modelId="{9D49983C-AAAD-45D8-BFEA-94EFA1080AA4}" type="presParOf" srcId="{71C8F83A-B0DC-42FA-BF38-F103595F8482}" destId="{675F019B-E109-4ADD-9836-5AF14C5DC996}" srcOrd="5" destOrd="0" presId="urn:microsoft.com/office/officeart/2018/2/layout/IconCircleList"/>
    <dgm:cxn modelId="{04C80A62-350A-4402-B539-110599F06FAA}" type="presParOf" srcId="{71C8F83A-B0DC-42FA-BF38-F103595F8482}" destId="{E67AF0DF-2A93-4D55-97B6-02F7941BD15F}" srcOrd="6" destOrd="0" presId="urn:microsoft.com/office/officeart/2018/2/layout/IconCircleList"/>
    <dgm:cxn modelId="{538BF6D4-9C99-402B-AD97-F1D15B215337}" type="presParOf" srcId="{E67AF0DF-2A93-4D55-97B6-02F7941BD15F}" destId="{BDB381BA-3085-47F1-B9DC-5D556232D207}" srcOrd="0" destOrd="0" presId="urn:microsoft.com/office/officeart/2018/2/layout/IconCircleList"/>
    <dgm:cxn modelId="{EE983BFD-64C9-4D43-AB0E-EFC2A43ED975}" type="presParOf" srcId="{E67AF0DF-2A93-4D55-97B6-02F7941BD15F}" destId="{4B1B73A3-1FDC-4560-8B3C-1481A9C80A83}" srcOrd="1" destOrd="0" presId="urn:microsoft.com/office/officeart/2018/2/layout/IconCircleList"/>
    <dgm:cxn modelId="{5B3A7630-3F68-4DBE-A006-8F039C2228D0}" type="presParOf" srcId="{E67AF0DF-2A93-4D55-97B6-02F7941BD15F}" destId="{60A38370-DD5F-40E3-9FDC-4D6C582DC13D}" srcOrd="2" destOrd="0" presId="urn:microsoft.com/office/officeart/2018/2/layout/IconCircleList"/>
    <dgm:cxn modelId="{074ECF21-56F9-4307-A082-7D3D38C620FC}" type="presParOf" srcId="{E67AF0DF-2A93-4D55-97B6-02F7941BD15F}" destId="{1908C767-B7AD-483E-A5E7-478789765B6B}" srcOrd="3" destOrd="0" presId="urn:microsoft.com/office/officeart/2018/2/layout/IconCircleList"/>
    <dgm:cxn modelId="{368EE8D9-B85B-4145-89A3-F05EB63C45E8}" type="presParOf" srcId="{71C8F83A-B0DC-42FA-BF38-F103595F8482}" destId="{C1AECF7C-D8FF-41FB-A195-1A11FF11EC78}" srcOrd="7" destOrd="0" presId="urn:microsoft.com/office/officeart/2018/2/layout/IconCircleList"/>
    <dgm:cxn modelId="{BCC2FA31-AEBF-4621-883A-4CB7B078289A}" type="presParOf" srcId="{71C8F83A-B0DC-42FA-BF38-F103595F8482}" destId="{45F7C4DB-2BC9-4107-B1C0-C5078791F2C7}" srcOrd="8" destOrd="0" presId="urn:microsoft.com/office/officeart/2018/2/layout/IconCircleList"/>
    <dgm:cxn modelId="{FA8F2BF1-B61D-4EF2-BF46-9A12D0F65B5B}" type="presParOf" srcId="{45F7C4DB-2BC9-4107-B1C0-C5078791F2C7}" destId="{C07D67FE-6711-46B7-965A-7CC7F63F10C8}" srcOrd="0" destOrd="0" presId="urn:microsoft.com/office/officeart/2018/2/layout/IconCircleList"/>
    <dgm:cxn modelId="{38BD563C-D26C-4C1C-8D27-B0B0EAC00D81}" type="presParOf" srcId="{45F7C4DB-2BC9-4107-B1C0-C5078791F2C7}" destId="{A1693823-3EC4-46A0-B044-80F423370CB3}" srcOrd="1" destOrd="0" presId="urn:microsoft.com/office/officeart/2018/2/layout/IconCircleList"/>
    <dgm:cxn modelId="{09AAF1E5-2115-4766-B2CC-081FB9B2A05A}" type="presParOf" srcId="{45F7C4DB-2BC9-4107-B1C0-C5078791F2C7}" destId="{C7636BFC-915B-4CAA-BD43-39DF3FBC8B48}" srcOrd="2" destOrd="0" presId="urn:microsoft.com/office/officeart/2018/2/layout/IconCircleList"/>
    <dgm:cxn modelId="{C6D144F0-02E1-42EC-9C00-5DEDD8595A65}" type="presParOf" srcId="{45F7C4DB-2BC9-4107-B1C0-C5078791F2C7}" destId="{2C98D96F-8B3E-417E-8F31-07B90B003FA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F313B-B46D-47AC-AC96-DD0B6A228049}">
      <dsp:nvSpPr>
        <dsp:cNvPr id="0" name=""/>
        <dsp:cNvSpPr/>
      </dsp:nvSpPr>
      <dsp:spPr>
        <a:xfrm>
          <a:off x="459284" y="1151643"/>
          <a:ext cx="1463372" cy="14633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CCEFD-4333-4E93-A068-EDB04A44D4D4}">
      <dsp:nvSpPr>
        <dsp:cNvPr id="0" name=""/>
        <dsp:cNvSpPr/>
      </dsp:nvSpPr>
      <dsp:spPr>
        <a:xfrm>
          <a:off x="766592" y="1458951"/>
          <a:ext cx="848756" cy="8487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6BCC40-3B5F-4656-9A05-1D6C79B31886}">
      <dsp:nvSpPr>
        <dsp:cNvPr id="0" name=""/>
        <dsp:cNvSpPr/>
      </dsp:nvSpPr>
      <dsp:spPr>
        <a:xfrm>
          <a:off x="2236237" y="1151643"/>
          <a:ext cx="3449378" cy="1463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Creating an intelligent AI agent that can play Doom video game with improved decision-making skills in different scenarios using reinforcement learning. </a:t>
          </a:r>
        </a:p>
      </dsp:txBody>
      <dsp:txXfrm>
        <a:off x="2236237" y="1151643"/>
        <a:ext cx="3449378" cy="1463372"/>
      </dsp:txXfrm>
    </dsp:sp>
    <dsp:sp modelId="{6F60FDFF-1AC4-44A5-BC12-95D1F4E88523}">
      <dsp:nvSpPr>
        <dsp:cNvPr id="0" name=""/>
        <dsp:cNvSpPr/>
      </dsp:nvSpPr>
      <dsp:spPr>
        <a:xfrm>
          <a:off x="6286644" y="1151643"/>
          <a:ext cx="1463372" cy="14633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0260B-2C2E-40AB-B7AC-B9046087F202}">
      <dsp:nvSpPr>
        <dsp:cNvPr id="0" name=""/>
        <dsp:cNvSpPr/>
      </dsp:nvSpPr>
      <dsp:spPr>
        <a:xfrm>
          <a:off x="6593952" y="1458951"/>
          <a:ext cx="848756" cy="8487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7341C-9751-49DA-A0B5-5903A5847198}">
      <dsp:nvSpPr>
        <dsp:cNvPr id="0" name=""/>
        <dsp:cNvSpPr/>
      </dsp:nvSpPr>
      <dsp:spPr>
        <a:xfrm>
          <a:off x="8063596" y="1151643"/>
          <a:ext cx="3449378" cy="1463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 will be providing controlled gaming environment where the agent will face different conditions like varying no of enemies, different gaming levels which will improve its behavior and decisions through experiences.</a:t>
          </a:r>
        </a:p>
      </dsp:txBody>
      <dsp:txXfrm>
        <a:off x="8063596" y="1151643"/>
        <a:ext cx="3449378" cy="14633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55D9B-6774-47DF-BD28-EB30ED40626E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5DA2F-4559-46A9-B50E-584B40A6C242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5C181-86CE-4034-B752-4ED4D21B5E78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Design and develop custom game scenarios tailored to the specific challenges of the VizDoom environment.</a:t>
          </a:r>
        </a:p>
      </dsp:txBody>
      <dsp:txXfrm>
        <a:off x="1834517" y="469890"/>
        <a:ext cx="3148942" cy="1335915"/>
      </dsp:txXfrm>
    </dsp:sp>
    <dsp:sp modelId="{4A0C1C6E-5C26-44AC-B8AC-D3F70C0360F3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530E2-737F-47A7-916F-A6950C83A88A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D8427-E90F-4840-B3CB-D63C1D1A15E6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 reinforcement learning algorithms to train the agent on the custom game scenarios.</a:t>
          </a:r>
        </a:p>
      </dsp:txBody>
      <dsp:txXfrm>
        <a:off x="7154322" y="469890"/>
        <a:ext cx="3148942" cy="1335915"/>
      </dsp:txXfrm>
    </dsp:sp>
    <dsp:sp modelId="{BEC6A563-7889-4D05-B870-E05AEA8EF042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5E8C1B-7BAB-4A38-AD92-BC62ABB6D7F3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159BF6-415E-4174-B042-2E6113B1EE76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Evaluate the agent's performance on a variety of unseen VizDoom scenarios.</a:t>
          </a:r>
        </a:p>
      </dsp:txBody>
      <dsp:txXfrm>
        <a:off x="1834517" y="2545532"/>
        <a:ext cx="3148942" cy="1335915"/>
      </dsp:txXfrm>
    </dsp:sp>
    <dsp:sp modelId="{5EA6B742-4EBC-4FE0-A7B6-DAC74D39884E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A2E5BD-73A1-458B-BC7C-CE5FF2FAE64C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EFCBC-9927-4389-ACC9-BB92DF540CCB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Analyze the agent's performance to identify areas for improvement.</a:t>
          </a:r>
        </a:p>
      </dsp:txBody>
      <dsp:txXfrm>
        <a:off x="7154322" y="2545532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0C7CC-1EA3-4B82-B627-A7C1917F0F2C}">
      <dsp:nvSpPr>
        <dsp:cNvPr id="0" name=""/>
        <dsp:cNvSpPr/>
      </dsp:nvSpPr>
      <dsp:spPr>
        <a:xfrm>
          <a:off x="732212" y="0"/>
          <a:ext cx="1887187" cy="188718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4DABB-3522-4BB7-B8A4-A586055B7B6B}">
      <dsp:nvSpPr>
        <dsp:cNvPr id="0" name=""/>
        <dsp:cNvSpPr/>
      </dsp:nvSpPr>
      <dsp:spPr>
        <a:xfrm>
          <a:off x="1134403" y="161683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762F7-8995-454B-8855-96220228DE16}">
      <dsp:nvSpPr>
        <dsp:cNvPr id="0" name=""/>
        <dsp:cNvSpPr/>
      </dsp:nvSpPr>
      <dsp:spPr>
        <a:xfrm>
          <a:off x="75768" y="2238509"/>
          <a:ext cx="3093750" cy="1894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400" b="0" i="0" kern="1200" cap="none" baseline="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400" b="0" i="0" kern="1200" cap="none" baseline="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cap="none" baseline="0" dirty="0">
              <a:solidFill>
                <a:schemeClr val="tx1"/>
              </a:solidFill>
            </a:rPr>
            <a:t>Project taking longer time, can be resolved by breaking down the project into smaller, manageable chunks and then working on it.</a:t>
          </a:r>
          <a:endParaRPr lang="en-US" sz="1400" kern="1200" cap="none" dirty="0">
            <a:solidFill>
              <a:schemeClr val="tx1"/>
            </a:solidFill>
          </a:endParaRPr>
        </a:p>
      </dsp:txBody>
      <dsp:txXfrm>
        <a:off x="75768" y="2238509"/>
        <a:ext cx="3093750" cy="1894480"/>
      </dsp:txXfrm>
    </dsp:sp>
    <dsp:sp modelId="{8B4CF16B-141A-48F9-A220-430735FB413C}">
      <dsp:nvSpPr>
        <dsp:cNvPr id="0" name=""/>
        <dsp:cNvSpPr/>
      </dsp:nvSpPr>
      <dsp:spPr>
        <a:xfrm>
          <a:off x="4314206" y="0"/>
          <a:ext cx="1887187" cy="1887187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50B879-C34A-47FF-999B-DF852B46E82A}">
      <dsp:nvSpPr>
        <dsp:cNvPr id="0" name=""/>
        <dsp:cNvSpPr/>
      </dsp:nvSpPr>
      <dsp:spPr>
        <a:xfrm>
          <a:off x="4716393" y="238711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5784F-04E2-4DF4-8A08-CA89A0F9BB60}">
      <dsp:nvSpPr>
        <dsp:cNvPr id="0" name=""/>
        <dsp:cNvSpPr/>
      </dsp:nvSpPr>
      <dsp:spPr>
        <a:xfrm>
          <a:off x="3710925" y="2749770"/>
          <a:ext cx="3093750" cy="132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cap="none" baseline="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Agents that are unable to perform well can be resolved by different reinforcement learning algorithms and custom game scenarios. </a:t>
          </a:r>
        </a:p>
      </dsp:txBody>
      <dsp:txXfrm>
        <a:off x="3710925" y="2749770"/>
        <a:ext cx="3093750" cy="1326796"/>
      </dsp:txXfrm>
    </dsp:sp>
    <dsp:sp modelId="{340EA42C-A0BB-4AF6-90CB-9E99BBC54F34}">
      <dsp:nvSpPr>
        <dsp:cNvPr id="0" name=""/>
        <dsp:cNvSpPr/>
      </dsp:nvSpPr>
      <dsp:spPr>
        <a:xfrm>
          <a:off x="7938737" y="0"/>
          <a:ext cx="1887187" cy="1887187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E5DD3-AF0E-43DF-878C-D0444A43288A}">
      <dsp:nvSpPr>
        <dsp:cNvPr id="0" name=""/>
        <dsp:cNvSpPr/>
      </dsp:nvSpPr>
      <dsp:spPr>
        <a:xfrm>
          <a:off x="8340916" y="238711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08767-72AA-4230-A8E4-D064CCC3C700}">
      <dsp:nvSpPr>
        <dsp:cNvPr id="0" name=""/>
        <dsp:cNvSpPr/>
      </dsp:nvSpPr>
      <dsp:spPr>
        <a:xfrm>
          <a:off x="7346081" y="2749770"/>
          <a:ext cx="3093750" cy="132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cap="none" baseline="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Designing diverse game scenarios, can reduce the risk of the agent overfitting and improve its ability to generalize its performance to new and unseen VizDoom scenarios.</a:t>
          </a:r>
        </a:p>
      </dsp:txBody>
      <dsp:txXfrm>
        <a:off x="7346081" y="2749770"/>
        <a:ext cx="3093750" cy="1326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976B6-AB83-4704-9023-C947D2DA7991}">
      <dsp:nvSpPr>
        <dsp:cNvPr id="0" name=""/>
        <dsp:cNvSpPr/>
      </dsp:nvSpPr>
      <dsp:spPr>
        <a:xfrm>
          <a:off x="883598" y="79403"/>
          <a:ext cx="1080762" cy="10807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518D7-11AF-42F5-8B41-9BC9CB8B9212}">
      <dsp:nvSpPr>
        <dsp:cNvPr id="0" name=""/>
        <dsp:cNvSpPr/>
      </dsp:nvSpPr>
      <dsp:spPr>
        <a:xfrm>
          <a:off x="1110558" y="306363"/>
          <a:ext cx="626842" cy="6268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A294C-7705-4D63-960C-082786247DD6}">
      <dsp:nvSpPr>
        <dsp:cNvPr id="0" name=""/>
        <dsp:cNvSpPr/>
      </dsp:nvSpPr>
      <dsp:spPr>
        <a:xfrm>
          <a:off x="2195952" y="79403"/>
          <a:ext cx="2547510" cy="1080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Gaming: </a:t>
          </a:r>
          <a:r>
            <a:rPr lang="en-US" sz="1400" kern="1200" dirty="0"/>
            <a:t>Trained AI agents can create more fun and engaging NPCs.</a:t>
          </a:r>
        </a:p>
      </dsp:txBody>
      <dsp:txXfrm>
        <a:off x="2195952" y="79403"/>
        <a:ext cx="2547510" cy="1080762"/>
      </dsp:txXfrm>
    </dsp:sp>
    <dsp:sp modelId="{7609036A-1ACE-41B2-8450-7BBAF09E6231}">
      <dsp:nvSpPr>
        <dsp:cNvPr id="0" name=""/>
        <dsp:cNvSpPr/>
      </dsp:nvSpPr>
      <dsp:spPr>
        <a:xfrm>
          <a:off x="5187347" y="79403"/>
          <a:ext cx="1080762" cy="10807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D5432E-2EB2-412B-BD37-46B83F7075AA}">
      <dsp:nvSpPr>
        <dsp:cNvPr id="0" name=""/>
        <dsp:cNvSpPr/>
      </dsp:nvSpPr>
      <dsp:spPr>
        <a:xfrm>
          <a:off x="5414307" y="306363"/>
          <a:ext cx="626842" cy="6268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8E930-0067-451D-B029-0B1372410966}">
      <dsp:nvSpPr>
        <dsp:cNvPr id="0" name=""/>
        <dsp:cNvSpPr/>
      </dsp:nvSpPr>
      <dsp:spPr>
        <a:xfrm>
          <a:off x="6499701" y="194667"/>
          <a:ext cx="2547510" cy="1080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Robotics: </a:t>
          </a:r>
          <a:r>
            <a:rPr lang="en-US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Trained agents can control robots that can be used to carry out dangerous, repetitive tasks and everyday human tasks.</a:t>
          </a:r>
        </a:p>
      </dsp:txBody>
      <dsp:txXfrm>
        <a:off x="6499701" y="194667"/>
        <a:ext cx="2547510" cy="1080762"/>
      </dsp:txXfrm>
    </dsp:sp>
    <dsp:sp modelId="{710897B1-3AC9-4A1F-912F-3D95B943FD5D}">
      <dsp:nvSpPr>
        <dsp:cNvPr id="0" name=""/>
        <dsp:cNvSpPr/>
      </dsp:nvSpPr>
      <dsp:spPr>
        <a:xfrm>
          <a:off x="883598" y="2036205"/>
          <a:ext cx="1080762" cy="10807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CCC30-D737-4469-868E-082EF46FA7F6}">
      <dsp:nvSpPr>
        <dsp:cNvPr id="0" name=""/>
        <dsp:cNvSpPr/>
      </dsp:nvSpPr>
      <dsp:spPr>
        <a:xfrm>
          <a:off x="1110558" y="2263165"/>
          <a:ext cx="626842" cy="6268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E3167-052C-4994-AFE6-A925494CA7FF}">
      <dsp:nvSpPr>
        <dsp:cNvPr id="0" name=""/>
        <dsp:cNvSpPr/>
      </dsp:nvSpPr>
      <dsp:spPr>
        <a:xfrm>
          <a:off x="2195952" y="2036205"/>
          <a:ext cx="2547510" cy="1080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n-lt"/>
            </a:rPr>
            <a:t>Self-driving-cars: </a:t>
          </a:r>
          <a:r>
            <a:rPr lang="en-US" sz="1700" kern="1200" dirty="0">
              <a:latin typeface="+mn-lt"/>
            </a:rPr>
            <a:t>Trained AI agents control these cars that lead to more safety and less accidents. </a:t>
          </a:r>
        </a:p>
      </dsp:txBody>
      <dsp:txXfrm>
        <a:off x="2195952" y="2036205"/>
        <a:ext cx="2547510" cy="1080762"/>
      </dsp:txXfrm>
    </dsp:sp>
    <dsp:sp modelId="{BDB381BA-3085-47F1-B9DC-5D556232D207}">
      <dsp:nvSpPr>
        <dsp:cNvPr id="0" name=""/>
        <dsp:cNvSpPr/>
      </dsp:nvSpPr>
      <dsp:spPr>
        <a:xfrm>
          <a:off x="5187347" y="2036205"/>
          <a:ext cx="1080762" cy="10807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B73A3-1FDC-4560-8B3C-1481A9C80A83}">
      <dsp:nvSpPr>
        <dsp:cNvPr id="0" name=""/>
        <dsp:cNvSpPr/>
      </dsp:nvSpPr>
      <dsp:spPr>
        <a:xfrm>
          <a:off x="5414307" y="2263165"/>
          <a:ext cx="626842" cy="6268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8C767-B7AD-483E-A5E7-478789765B6B}">
      <dsp:nvSpPr>
        <dsp:cNvPr id="0" name=""/>
        <dsp:cNvSpPr/>
      </dsp:nvSpPr>
      <dsp:spPr>
        <a:xfrm>
          <a:off x="6499701" y="2036205"/>
          <a:ext cx="2547510" cy="1080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Finance: </a:t>
          </a:r>
          <a:r>
            <a:rPr lang="en-US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Trained AI agents improve the financial market by making intelligent trading decisions.</a:t>
          </a:r>
        </a:p>
      </dsp:txBody>
      <dsp:txXfrm>
        <a:off x="6499701" y="2036205"/>
        <a:ext cx="2547510" cy="1080762"/>
      </dsp:txXfrm>
    </dsp:sp>
    <dsp:sp modelId="{C07D67FE-6711-46B7-965A-7CC7F63F10C8}">
      <dsp:nvSpPr>
        <dsp:cNvPr id="0" name=""/>
        <dsp:cNvSpPr/>
      </dsp:nvSpPr>
      <dsp:spPr>
        <a:xfrm>
          <a:off x="883598" y="3993006"/>
          <a:ext cx="1080762" cy="10807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93823-3EC4-46A0-B044-80F423370CB3}">
      <dsp:nvSpPr>
        <dsp:cNvPr id="0" name=""/>
        <dsp:cNvSpPr/>
      </dsp:nvSpPr>
      <dsp:spPr>
        <a:xfrm>
          <a:off x="1110558" y="4219967"/>
          <a:ext cx="626842" cy="62684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8D96F-8B3E-417E-8F31-07B90B003FA1}">
      <dsp:nvSpPr>
        <dsp:cNvPr id="0" name=""/>
        <dsp:cNvSpPr/>
      </dsp:nvSpPr>
      <dsp:spPr>
        <a:xfrm>
          <a:off x="2195952" y="3993006"/>
          <a:ext cx="2547510" cy="1080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n-lt"/>
            </a:rPr>
            <a:t>Healthcare: </a:t>
          </a:r>
          <a:r>
            <a:rPr lang="en-US" sz="1700" kern="1200" dirty="0">
              <a:latin typeface="+mn-lt"/>
            </a:rPr>
            <a:t>Trained AI agents can develop new medical treatments and diagnose diseases.</a:t>
          </a:r>
        </a:p>
      </dsp:txBody>
      <dsp:txXfrm>
        <a:off x="2195952" y="3993006"/>
        <a:ext cx="2547510" cy="1080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F04D-5C01-D20E-2543-4295575D5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E3C77-FB8E-97F7-1F48-FC0619954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B7DAA-287F-8A87-A5B3-A06D0809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D8E29-C713-AA5B-4AF6-31A85408C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91BA-4814-C3DE-F00F-B6AECAB5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4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DF19-D838-A11E-A282-1576D355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ECAA1-7E72-406C-0D37-9174DD36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22D3-5CC0-D7BF-6404-E0BEC22B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0C53A-EACB-D7C6-8707-A95074F2E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DFB9-F41C-F09C-C13A-82BB8365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4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B654C-B98C-BF62-7948-8B873B67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29F0F-1EB2-DCB1-1D92-FD087197E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8C1F-3ACD-FD6F-D94A-16322A90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123A5-A1BF-71C4-627D-511295B95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3F706-67B1-CF80-DF88-566AC81D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3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22473-19B5-F619-3643-702C687EA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14494-C4E6-B2B9-0429-2C32D4ECC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A8AAC-136A-6AF2-7173-0F540C9F8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14299-526B-2AE8-52F2-65C99A957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C120D-A4D3-A143-EC81-21699F88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26086-BAC7-097B-E6BC-3E3B5603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12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B50F-97FC-6006-0F18-C452AF83B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BEC5A-A4E9-F26C-C741-77AE46F58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0781C-05F1-F88B-3942-59D76A978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ADF2B-6EA1-1563-19EA-94609EFE9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7D470-1023-ECDE-9D55-D6CB35FE1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6CC77C-AA9A-DCBB-B4F8-AA495E0B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154264-08D2-07DC-2319-277FABEC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2F3297-037C-8381-BAE3-4BAAB624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80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C99E-3587-C9F0-9AAE-C0FBE6EE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F4DA6-1453-8033-AEAE-0D7E2328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D89EE-E77C-0277-59DC-9CD16ECA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03CD4-0A4F-E0D5-B852-25BC1B1EC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4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D155A-5808-8431-A8EF-60724BE63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161C4E-24EC-A8CB-8710-1CFB173D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2210E-5DF0-A6F3-B326-548D8F24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2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16C1-2B0F-7BB7-EC8C-99EEEFD07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AC5B4-8433-A250-E66C-567D82F0C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337AF-A5FE-9137-91D8-6E8294164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56748-AF21-C8F1-600C-C5277A24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E4155-07AC-38DD-7B36-46A21BB4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D4D6F-7923-DEE2-AA54-22233054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F7C0-A2B1-AE6E-7E89-562A5062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13912F-BE38-8595-4832-CBEB664DD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FE133-136E-57C4-B044-7245AC234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ABED9-DFF4-A86B-8F8D-8E5DB877E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78A8B-F5B7-2776-E039-362B5297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E024B-3ABB-5A71-24B7-995C5F7D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7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3216-3024-5ABD-AEF4-F53066CB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53BED-9952-D1CF-A410-A1AF41CE0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16AEF-9EC0-C7DC-2D60-0CA04D459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29E5E-F1F9-181E-D419-DE056743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4153B-9610-3F2A-BBA8-32AFA471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9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65A30-C1DD-C222-5087-271A01D75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EC6BC-D68A-6A15-5A35-08E5652FE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1FCC9-7A39-BC79-FB74-CEE0A464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A34BA-2926-BDC6-A61A-F1AE15DC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C9CA7-3C54-15F2-2968-4508C05E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1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FF24C6-07B1-2073-DB44-E1CBC42DD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8FEEF-4E24-D0FA-1F75-79689ADD9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51C6E-FC13-79DC-ED49-BD5616E53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305D4-9C0B-4291-AFBE-B0FA3857A0CA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2A015-8664-976C-20DE-1626D30E1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FB8DF-2321-4F79-454D-D82DAEACE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7B1DB-8561-47FB-9A3D-BB0268121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7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1727-20B7-F4A5-B9D1-92BB8DD1A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288" y="167323"/>
            <a:ext cx="11263424" cy="2387600"/>
          </a:xfrm>
        </p:spPr>
        <p:txBody>
          <a:bodyPr>
            <a:normAutofit/>
          </a:bodyPr>
          <a:lstStyle/>
          <a:p>
            <a:r>
              <a:rPr lang="en-US" sz="5400" b="1" dirty="0"/>
              <a:t>Enhancing Agents Performance in VizDoom using Reinforcement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F84D0-41FB-87DC-882B-5ADB0275D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06358"/>
            <a:ext cx="12192000" cy="41516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     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Group Members: </a:t>
            </a:r>
          </a:p>
          <a:p>
            <a:r>
              <a:rPr lang="en-US" sz="2000" dirty="0"/>
              <a:t>                                       </a:t>
            </a:r>
            <a:br>
              <a:rPr lang="en-US" sz="2000" dirty="0"/>
            </a:br>
            <a:r>
              <a:rPr lang="en-US" sz="2000" dirty="0"/>
              <a:t>                                        Shakir Jan                                      Samina Kousar                           </a:t>
            </a:r>
            <a:r>
              <a:rPr lang="en-US" sz="2000" dirty="0" err="1"/>
              <a:t>Munahil</a:t>
            </a:r>
            <a:r>
              <a:rPr lang="en-US" sz="2000" dirty="0"/>
              <a:t> Yaqoob 						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8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A06F06-14A9-70B4-2B81-C632E1ABC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2" r="24832"/>
          <a:stretch/>
        </p:blipFill>
        <p:spPr>
          <a:xfrm>
            <a:off x="6096000" y="0"/>
            <a:ext cx="6088971" cy="685799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AB9D0-6F09-F136-2700-4F3E056E7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+mn-lt"/>
              </a:rPr>
              <a:t>Introduction: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932D3-61FE-0CDD-9FB0-7EBD347F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752724"/>
            <a:ext cx="5232534" cy="39730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+mj-lt"/>
                <a:ea typeface="+mj-ea"/>
                <a:cs typeface="+mj-cs"/>
              </a:rPr>
              <a:t>VizDoom:</a:t>
            </a:r>
            <a:endParaRPr lang="en-US" sz="1800" dirty="0"/>
          </a:p>
          <a:p>
            <a:r>
              <a:rPr lang="en-US" sz="1400" dirty="0"/>
              <a:t>Is a platform to train AI agents for playing Doom Game using only visual information.</a:t>
            </a:r>
          </a:p>
          <a:p>
            <a:r>
              <a:rPr lang="en-US" sz="1400" dirty="0"/>
              <a:t>It is based on the popular Doom video game engine and allows researchers to train AI agents to play the game using visual information only.</a:t>
            </a:r>
          </a:p>
          <a:p>
            <a:pPr marL="0" indent="0">
              <a:buNone/>
            </a:pPr>
            <a:r>
              <a:rPr lang="en-US" sz="1800" b="1" dirty="0">
                <a:latin typeface="+mj-lt"/>
                <a:ea typeface="+mj-ea"/>
                <a:cs typeface="+mj-cs"/>
              </a:rPr>
              <a:t>Doom</a:t>
            </a:r>
            <a:r>
              <a:rPr lang="en-US" sz="1800" dirty="0">
                <a:latin typeface="+mj-lt"/>
                <a:ea typeface="+mj-ea"/>
                <a:cs typeface="+mj-cs"/>
              </a:rPr>
              <a:t>:</a:t>
            </a:r>
          </a:p>
          <a:p>
            <a:r>
              <a:rPr lang="en-US" sz="1400" dirty="0"/>
              <a:t>First-person shooter video game.</a:t>
            </a:r>
          </a:p>
          <a:p>
            <a:r>
              <a:rPr lang="en-US" sz="1400" dirty="0"/>
              <a:t>To play you have to create an AI agent that plays the Doom game that controls it using visual information.</a:t>
            </a:r>
          </a:p>
          <a:p>
            <a:r>
              <a:rPr lang="en-US" sz="1400" dirty="0"/>
              <a:t>This can be done using reinforcement learning where the agent learns to play the game by trial and error.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1420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4BB6-6992-310E-3EB8-2E1A04FB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Objective: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EAB375-8171-90CF-C560-18BD0DEC1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68937"/>
              </p:ext>
            </p:extLst>
          </p:nvPr>
        </p:nvGraphicFramePr>
        <p:xfrm>
          <a:off x="109870" y="1935124"/>
          <a:ext cx="11972260" cy="3766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474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898D-C5B1-46F1-6D1D-CFB549AAD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802198"/>
            <a:ext cx="4952999" cy="1413326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+mn-lt"/>
              </a:rPr>
              <a:t>Problem Description:</a:t>
            </a:r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846C2A5C-A23A-B020-854D-390A83AA7E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77" r="2" b="2"/>
          <a:stretch/>
        </p:blipFill>
        <p:spPr>
          <a:xfrm>
            <a:off x="781419" y="608141"/>
            <a:ext cx="4455842" cy="56482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B991AFC-21D0-28BD-C527-F66B1B56F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64608" y="74723"/>
            <a:ext cx="1821184" cy="2084383"/>
            <a:chOff x="10264608" y="74723"/>
            <a:chExt cx="1821184" cy="208438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4420C61-30B9-D26F-6720-C32154CA3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1465047" flipV="1">
              <a:off x="11636678" y="400406"/>
              <a:ext cx="413532" cy="368654"/>
            </a:xfrm>
            <a:custGeom>
              <a:avLst/>
              <a:gdLst>
                <a:gd name="connsiteX0" fmla="*/ 2531073 w 4828010"/>
                <a:gd name="connsiteY0" fmla="*/ 0 h 4873559"/>
                <a:gd name="connsiteX1" fmla="*/ 3937963 w 4828010"/>
                <a:gd name="connsiteY1" fmla="*/ 437433 h 4873559"/>
                <a:gd name="connsiteX2" fmla="*/ 4806231 w 4828010"/>
                <a:gd name="connsiteY2" fmla="*/ 1773180 h 4873559"/>
                <a:gd name="connsiteX3" fmla="*/ 4448644 w 4828010"/>
                <a:gd name="connsiteY3" fmla="*/ 3933235 h 4873559"/>
                <a:gd name="connsiteX4" fmla="*/ 3192542 w 4828010"/>
                <a:gd name="connsiteY4" fmla="*/ 4716168 h 4873559"/>
                <a:gd name="connsiteX5" fmla="*/ 937448 w 4828010"/>
                <a:gd name="connsiteY5" fmla="*/ 4547691 h 4873559"/>
                <a:gd name="connsiteX6" fmla="*/ 12348 w 4828010"/>
                <a:gd name="connsiteY6" fmla="*/ 3026750 h 4873559"/>
                <a:gd name="connsiteX7" fmla="*/ 553508 w 4828010"/>
                <a:gd name="connsiteY7" fmla="*/ 740383 h 4873559"/>
                <a:gd name="connsiteX8" fmla="*/ 2531073 w 4828010"/>
                <a:gd name="connsiteY8" fmla="*/ 0 h 4873559"/>
                <a:gd name="connsiteX0" fmla="*/ 2531073 w 4828010"/>
                <a:gd name="connsiteY0" fmla="*/ 0 h 4853896"/>
                <a:gd name="connsiteX1" fmla="*/ 3937963 w 4828010"/>
                <a:gd name="connsiteY1" fmla="*/ 437433 h 4853896"/>
                <a:gd name="connsiteX2" fmla="*/ 4806231 w 4828010"/>
                <a:gd name="connsiteY2" fmla="*/ 1773180 h 4853896"/>
                <a:gd name="connsiteX3" fmla="*/ 4448644 w 4828010"/>
                <a:gd name="connsiteY3" fmla="*/ 3933235 h 4853896"/>
                <a:gd name="connsiteX4" fmla="*/ 3192542 w 4828010"/>
                <a:gd name="connsiteY4" fmla="*/ 4716168 h 4853896"/>
                <a:gd name="connsiteX5" fmla="*/ 1075671 w 4828010"/>
                <a:gd name="connsiteY5" fmla="*/ 4473263 h 4853896"/>
                <a:gd name="connsiteX6" fmla="*/ 12348 w 4828010"/>
                <a:gd name="connsiteY6" fmla="*/ 3026750 h 4853896"/>
                <a:gd name="connsiteX7" fmla="*/ 553508 w 4828010"/>
                <a:gd name="connsiteY7" fmla="*/ 740383 h 4853896"/>
                <a:gd name="connsiteX8" fmla="*/ 2531073 w 4828010"/>
                <a:gd name="connsiteY8" fmla="*/ 0 h 4853896"/>
                <a:gd name="connsiteX0" fmla="*/ 2531073 w 4828010"/>
                <a:gd name="connsiteY0" fmla="*/ 0 h 4852652"/>
                <a:gd name="connsiteX1" fmla="*/ 3937963 w 4828010"/>
                <a:gd name="connsiteY1" fmla="*/ 437433 h 4852652"/>
                <a:gd name="connsiteX2" fmla="*/ 4806231 w 4828010"/>
                <a:gd name="connsiteY2" fmla="*/ 1773180 h 4852652"/>
                <a:gd name="connsiteX3" fmla="*/ 4448644 w 4828010"/>
                <a:gd name="connsiteY3" fmla="*/ 3933235 h 4852652"/>
                <a:gd name="connsiteX4" fmla="*/ 3192542 w 4828010"/>
                <a:gd name="connsiteY4" fmla="*/ 4716168 h 4852652"/>
                <a:gd name="connsiteX5" fmla="*/ 1160732 w 4828010"/>
                <a:gd name="connsiteY5" fmla="*/ 4467947 h 4852652"/>
                <a:gd name="connsiteX6" fmla="*/ 12348 w 4828010"/>
                <a:gd name="connsiteY6" fmla="*/ 3026750 h 4852652"/>
                <a:gd name="connsiteX7" fmla="*/ 553508 w 4828010"/>
                <a:gd name="connsiteY7" fmla="*/ 740383 h 4852652"/>
                <a:gd name="connsiteX8" fmla="*/ 2531073 w 4828010"/>
                <a:gd name="connsiteY8" fmla="*/ 0 h 4852652"/>
                <a:gd name="connsiteX0" fmla="*/ 2531073 w 4828010"/>
                <a:gd name="connsiteY0" fmla="*/ 0 h 4852652"/>
                <a:gd name="connsiteX1" fmla="*/ 3937963 w 4828010"/>
                <a:gd name="connsiteY1" fmla="*/ 437433 h 4852652"/>
                <a:gd name="connsiteX2" fmla="*/ 4806231 w 4828010"/>
                <a:gd name="connsiteY2" fmla="*/ 1773180 h 4852652"/>
                <a:gd name="connsiteX3" fmla="*/ 4448644 w 4828010"/>
                <a:gd name="connsiteY3" fmla="*/ 3933235 h 4852652"/>
                <a:gd name="connsiteX4" fmla="*/ 3192542 w 4828010"/>
                <a:gd name="connsiteY4" fmla="*/ 4716168 h 4852652"/>
                <a:gd name="connsiteX5" fmla="*/ 1160732 w 4828010"/>
                <a:gd name="connsiteY5" fmla="*/ 4467947 h 4852652"/>
                <a:gd name="connsiteX6" fmla="*/ 12348 w 4828010"/>
                <a:gd name="connsiteY6" fmla="*/ 3026750 h 4852652"/>
                <a:gd name="connsiteX7" fmla="*/ 553508 w 4828010"/>
                <a:gd name="connsiteY7" fmla="*/ 740383 h 4852652"/>
                <a:gd name="connsiteX8" fmla="*/ 2531073 w 4828010"/>
                <a:gd name="connsiteY8" fmla="*/ 0 h 4852652"/>
                <a:gd name="connsiteX0" fmla="*/ 2460239 w 4757176"/>
                <a:gd name="connsiteY0" fmla="*/ 0 h 4850182"/>
                <a:gd name="connsiteX1" fmla="*/ 3867129 w 4757176"/>
                <a:gd name="connsiteY1" fmla="*/ 437433 h 4850182"/>
                <a:gd name="connsiteX2" fmla="*/ 4735397 w 4757176"/>
                <a:gd name="connsiteY2" fmla="*/ 1773180 h 4850182"/>
                <a:gd name="connsiteX3" fmla="*/ 4377810 w 4757176"/>
                <a:gd name="connsiteY3" fmla="*/ 3933235 h 4850182"/>
                <a:gd name="connsiteX4" fmla="*/ 3121708 w 4757176"/>
                <a:gd name="connsiteY4" fmla="*/ 4716168 h 4850182"/>
                <a:gd name="connsiteX5" fmla="*/ 1089898 w 4757176"/>
                <a:gd name="connsiteY5" fmla="*/ 4467947 h 4850182"/>
                <a:gd name="connsiteX6" fmla="*/ 15942 w 4757176"/>
                <a:gd name="connsiteY6" fmla="*/ 3101178 h 4850182"/>
                <a:gd name="connsiteX7" fmla="*/ 482674 w 4757176"/>
                <a:gd name="connsiteY7" fmla="*/ 740383 h 4850182"/>
                <a:gd name="connsiteX8" fmla="*/ 2460239 w 4757176"/>
                <a:gd name="connsiteY8" fmla="*/ 0 h 4850182"/>
                <a:gd name="connsiteX0" fmla="*/ 2460239 w 4757176"/>
                <a:gd name="connsiteY0" fmla="*/ 0 h 4850182"/>
                <a:gd name="connsiteX1" fmla="*/ 3867129 w 4757176"/>
                <a:gd name="connsiteY1" fmla="*/ 437433 h 4850182"/>
                <a:gd name="connsiteX2" fmla="*/ 4735397 w 4757176"/>
                <a:gd name="connsiteY2" fmla="*/ 1773180 h 4850182"/>
                <a:gd name="connsiteX3" fmla="*/ 4377810 w 4757176"/>
                <a:gd name="connsiteY3" fmla="*/ 3933235 h 4850182"/>
                <a:gd name="connsiteX4" fmla="*/ 3121708 w 4757176"/>
                <a:gd name="connsiteY4" fmla="*/ 4716168 h 4850182"/>
                <a:gd name="connsiteX5" fmla="*/ 1089898 w 4757176"/>
                <a:gd name="connsiteY5" fmla="*/ 4467947 h 4850182"/>
                <a:gd name="connsiteX6" fmla="*/ 15942 w 4757176"/>
                <a:gd name="connsiteY6" fmla="*/ 3101178 h 4850182"/>
                <a:gd name="connsiteX7" fmla="*/ 482674 w 4757176"/>
                <a:gd name="connsiteY7" fmla="*/ 740383 h 4850182"/>
                <a:gd name="connsiteX8" fmla="*/ 2460239 w 4757176"/>
                <a:gd name="connsiteY8" fmla="*/ 0 h 4850182"/>
                <a:gd name="connsiteX0" fmla="*/ 2484014 w 4780951"/>
                <a:gd name="connsiteY0" fmla="*/ 0 h 4850182"/>
                <a:gd name="connsiteX1" fmla="*/ 3890904 w 4780951"/>
                <a:gd name="connsiteY1" fmla="*/ 437433 h 4850182"/>
                <a:gd name="connsiteX2" fmla="*/ 4759172 w 4780951"/>
                <a:gd name="connsiteY2" fmla="*/ 1773180 h 4850182"/>
                <a:gd name="connsiteX3" fmla="*/ 4401585 w 4780951"/>
                <a:gd name="connsiteY3" fmla="*/ 3933235 h 4850182"/>
                <a:gd name="connsiteX4" fmla="*/ 3145483 w 4780951"/>
                <a:gd name="connsiteY4" fmla="*/ 4716168 h 4850182"/>
                <a:gd name="connsiteX5" fmla="*/ 1113673 w 4780951"/>
                <a:gd name="connsiteY5" fmla="*/ 4467947 h 4850182"/>
                <a:gd name="connsiteX6" fmla="*/ 39717 w 4780951"/>
                <a:gd name="connsiteY6" fmla="*/ 3101178 h 4850182"/>
                <a:gd name="connsiteX7" fmla="*/ 506449 w 4780951"/>
                <a:gd name="connsiteY7" fmla="*/ 740383 h 4850182"/>
                <a:gd name="connsiteX8" fmla="*/ 2484014 w 4780951"/>
                <a:gd name="connsiteY8" fmla="*/ 0 h 4850182"/>
                <a:gd name="connsiteX0" fmla="*/ 2484014 w 4780127"/>
                <a:gd name="connsiteY0" fmla="*/ 0 h 4850182"/>
                <a:gd name="connsiteX1" fmla="*/ 3890904 w 4780127"/>
                <a:gd name="connsiteY1" fmla="*/ 437433 h 4850182"/>
                <a:gd name="connsiteX2" fmla="*/ 4759172 w 4780127"/>
                <a:gd name="connsiteY2" fmla="*/ 1773180 h 4850182"/>
                <a:gd name="connsiteX3" fmla="*/ 4390953 w 4780127"/>
                <a:gd name="connsiteY3" fmla="*/ 3805644 h 4850182"/>
                <a:gd name="connsiteX4" fmla="*/ 3145483 w 4780127"/>
                <a:gd name="connsiteY4" fmla="*/ 4716168 h 4850182"/>
                <a:gd name="connsiteX5" fmla="*/ 1113673 w 4780127"/>
                <a:gd name="connsiteY5" fmla="*/ 4467947 h 4850182"/>
                <a:gd name="connsiteX6" fmla="*/ 39717 w 4780127"/>
                <a:gd name="connsiteY6" fmla="*/ 3101178 h 4850182"/>
                <a:gd name="connsiteX7" fmla="*/ 506449 w 4780127"/>
                <a:gd name="connsiteY7" fmla="*/ 740383 h 4850182"/>
                <a:gd name="connsiteX8" fmla="*/ 2484014 w 4780127"/>
                <a:gd name="connsiteY8" fmla="*/ 0 h 4850182"/>
                <a:gd name="connsiteX0" fmla="*/ 2484014 w 4778010"/>
                <a:gd name="connsiteY0" fmla="*/ 0 h 4846926"/>
                <a:gd name="connsiteX1" fmla="*/ 3890904 w 4778010"/>
                <a:gd name="connsiteY1" fmla="*/ 437433 h 4846926"/>
                <a:gd name="connsiteX2" fmla="*/ 4759172 w 4778010"/>
                <a:gd name="connsiteY2" fmla="*/ 1773180 h 4846926"/>
                <a:gd name="connsiteX3" fmla="*/ 4390953 w 4778010"/>
                <a:gd name="connsiteY3" fmla="*/ 3805644 h 4846926"/>
                <a:gd name="connsiteX4" fmla="*/ 3343914 w 4778010"/>
                <a:gd name="connsiteY4" fmla="*/ 4712128 h 4846926"/>
                <a:gd name="connsiteX5" fmla="*/ 1113673 w 4778010"/>
                <a:gd name="connsiteY5" fmla="*/ 4467947 h 4846926"/>
                <a:gd name="connsiteX6" fmla="*/ 39717 w 4778010"/>
                <a:gd name="connsiteY6" fmla="*/ 3101178 h 4846926"/>
                <a:gd name="connsiteX7" fmla="*/ 506449 w 4778010"/>
                <a:gd name="connsiteY7" fmla="*/ 740383 h 4846926"/>
                <a:gd name="connsiteX8" fmla="*/ 2484014 w 4778010"/>
                <a:gd name="connsiteY8" fmla="*/ 0 h 4846926"/>
                <a:gd name="connsiteX0" fmla="*/ 2484014 w 4782503"/>
                <a:gd name="connsiteY0" fmla="*/ 0 h 4846926"/>
                <a:gd name="connsiteX1" fmla="*/ 3890904 w 4782503"/>
                <a:gd name="connsiteY1" fmla="*/ 437433 h 4846926"/>
                <a:gd name="connsiteX2" fmla="*/ 4759172 w 4782503"/>
                <a:gd name="connsiteY2" fmla="*/ 1773180 h 4846926"/>
                <a:gd name="connsiteX3" fmla="*/ 4450482 w 4782503"/>
                <a:gd name="connsiteY3" fmla="*/ 3688481 h 4846926"/>
                <a:gd name="connsiteX4" fmla="*/ 3343914 w 4782503"/>
                <a:gd name="connsiteY4" fmla="*/ 4712128 h 4846926"/>
                <a:gd name="connsiteX5" fmla="*/ 1113673 w 4782503"/>
                <a:gd name="connsiteY5" fmla="*/ 4467947 h 4846926"/>
                <a:gd name="connsiteX6" fmla="*/ 39717 w 4782503"/>
                <a:gd name="connsiteY6" fmla="*/ 3101178 h 4846926"/>
                <a:gd name="connsiteX7" fmla="*/ 506449 w 4782503"/>
                <a:gd name="connsiteY7" fmla="*/ 740383 h 4846926"/>
                <a:gd name="connsiteX8" fmla="*/ 2484014 w 4782503"/>
                <a:gd name="connsiteY8" fmla="*/ 0 h 4846926"/>
                <a:gd name="connsiteX0" fmla="*/ 2484014 w 4784889"/>
                <a:gd name="connsiteY0" fmla="*/ 0 h 4846926"/>
                <a:gd name="connsiteX1" fmla="*/ 3890904 w 4784889"/>
                <a:gd name="connsiteY1" fmla="*/ 437433 h 4846926"/>
                <a:gd name="connsiteX2" fmla="*/ 4759172 w 4784889"/>
                <a:gd name="connsiteY2" fmla="*/ 1773180 h 4846926"/>
                <a:gd name="connsiteX3" fmla="*/ 4474294 w 4784889"/>
                <a:gd name="connsiteY3" fmla="*/ 3676361 h 4846926"/>
                <a:gd name="connsiteX4" fmla="*/ 3343914 w 4784889"/>
                <a:gd name="connsiteY4" fmla="*/ 4712128 h 4846926"/>
                <a:gd name="connsiteX5" fmla="*/ 1113673 w 4784889"/>
                <a:gd name="connsiteY5" fmla="*/ 4467947 h 4846926"/>
                <a:gd name="connsiteX6" fmla="*/ 39717 w 4784889"/>
                <a:gd name="connsiteY6" fmla="*/ 3101178 h 4846926"/>
                <a:gd name="connsiteX7" fmla="*/ 506449 w 4784889"/>
                <a:gd name="connsiteY7" fmla="*/ 740383 h 4846926"/>
                <a:gd name="connsiteX8" fmla="*/ 2484014 w 4784889"/>
                <a:gd name="connsiteY8" fmla="*/ 0 h 4846926"/>
                <a:gd name="connsiteX0" fmla="*/ 2484014 w 4784889"/>
                <a:gd name="connsiteY0" fmla="*/ 0 h 4860980"/>
                <a:gd name="connsiteX1" fmla="*/ 3890904 w 4784889"/>
                <a:gd name="connsiteY1" fmla="*/ 437433 h 4860980"/>
                <a:gd name="connsiteX2" fmla="*/ 4759172 w 4784889"/>
                <a:gd name="connsiteY2" fmla="*/ 1773180 h 4860980"/>
                <a:gd name="connsiteX3" fmla="*/ 4474294 w 4784889"/>
                <a:gd name="connsiteY3" fmla="*/ 3676361 h 4860980"/>
                <a:gd name="connsiteX4" fmla="*/ 3343914 w 4784889"/>
                <a:gd name="connsiteY4" fmla="*/ 4712128 h 4860980"/>
                <a:gd name="connsiteX5" fmla="*/ 1097799 w 4784889"/>
                <a:gd name="connsiteY5" fmla="*/ 4524510 h 4860980"/>
                <a:gd name="connsiteX6" fmla="*/ 39717 w 4784889"/>
                <a:gd name="connsiteY6" fmla="*/ 3101178 h 4860980"/>
                <a:gd name="connsiteX7" fmla="*/ 506449 w 4784889"/>
                <a:gd name="connsiteY7" fmla="*/ 740383 h 4860980"/>
                <a:gd name="connsiteX8" fmla="*/ 2484014 w 4784889"/>
                <a:gd name="connsiteY8" fmla="*/ 0 h 4860980"/>
                <a:gd name="connsiteX0" fmla="*/ 2484014 w 4783308"/>
                <a:gd name="connsiteY0" fmla="*/ 0 h 4860981"/>
                <a:gd name="connsiteX1" fmla="*/ 3890904 w 4783308"/>
                <a:gd name="connsiteY1" fmla="*/ 437433 h 4860981"/>
                <a:gd name="connsiteX2" fmla="*/ 4759172 w 4783308"/>
                <a:gd name="connsiteY2" fmla="*/ 1773180 h 4860981"/>
                <a:gd name="connsiteX3" fmla="*/ 4474294 w 4783308"/>
                <a:gd name="connsiteY3" fmla="*/ 3676361 h 4860981"/>
                <a:gd name="connsiteX4" fmla="*/ 3443129 w 4783308"/>
                <a:gd name="connsiteY4" fmla="*/ 4712129 h 4860981"/>
                <a:gd name="connsiteX5" fmla="*/ 1097799 w 4783308"/>
                <a:gd name="connsiteY5" fmla="*/ 4524510 h 4860981"/>
                <a:gd name="connsiteX6" fmla="*/ 39717 w 4783308"/>
                <a:gd name="connsiteY6" fmla="*/ 3101178 h 4860981"/>
                <a:gd name="connsiteX7" fmla="*/ 506449 w 4783308"/>
                <a:gd name="connsiteY7" fmla="*/ 740383 h 4860981"/>
                <a:gd name="connsiteX8" fmla="*/ 2484014 w 4783308"/>
                <a:gd name="connsiteY8" fmla="*/ 0 h 4860981"/>
                <a:gd name="connsiteX0" fmla="*/ 2484014 w 4783308"/>
                <a:gd name="connsiteY0" fmla="*/ 0 h 4821502"/>
                <a:gd name="connsiteX1" fmla="*/ 3890904 w 4783308"/>
                <a:gd name="connsiteY1" fmla="*/ 437433 h 4821502"/>
                <a:gd name="connsiteX2" fmla="*/ 4759172 w 4783308"/>
                <a:gd name="connsiteY2" fmla="*/ 1773180 h 4821502"/>
                <a:gd name="connsiteX3" fmla="*/ 4474294 w 4783308"/>
                <a:gd name="connsiteY3" fmla="*/ 3676361 h 4821502"/>
                <a:gd name="connsiteX4" fmla="*/ 3443129 w 4783308"/>
                <a:gd name="connsiteY4" fmla="*/ 4712129 h 4821502"/>
                <a:gd name="connsiteX5" fmla="*/ 1097799 w 4783308"/>
                <a:gd name="connsiteY5" fmla="*/ 4524510 h 4821502"/>
                <a:gd name="connsiteX6" fmla="*/ 39717 w 4783308"/>
                <a:gd name="connsiteY6" fmla="*/ 3101178 h 4821502"/>
                <a:gd name="connsiteX7" fmla="*/ 506449 w 4783308"/>
                <a:gd name="connsiteY7" fmla="*/ 740383 h 4821502"/>
                <a:gd name="connsiteX8" fmla="*/ 2484014 w 4783308"/>
                <a:gd name="connsiteY8" fmla="*/ 0 h 4821502"/>
                <a:gd name="connsiteX0" fmla="*/ 2484014 w 4783308"/>
                <a:gd name="connsiteY0" fmla="*/ 0 h 4821502"/>
                <a:gd name="connsiteX1" fmla="*/ 3890904 w 4783308"/>
                <a:gd name="connsiteY1" fmla="*/ 437433 h 4821502"/>
                <a:gd name="connsiteX2" fmla="*/ 4759172 w 4783308"/>
                <a:gd name="connsiteY2" fmla="*/ 1773180 h 4821502"/>
                <a:gd name="connsiteX3" fmla="*/ 4474294 w 4783308"/>
                <a:gd name="connsiteY3" fmla="*/ 3676361 h 4821502"/>
                <a:gd name="connsiteX4" fmla="*/ 3443129 w 4783308"/>
                <a:gd name="connsiteY4" fmla="*/ 4712129 h 4821502"/>
                <a:gd name="connsiteX5" fmla="*/ 1097799 w 4783308"/>
                <a:gd name="connsiteY5" fmla="*/ 4524510 h 4821502"/>
                <a:gd name="connsiteX6" fmla="*/ 39717 w 4783308"/>
                <a:gd name="connsiteY6" fmla="*/ 3101178 h 4821502"/>
                <a:gd name="connsiteX7" fmla="*/ 506449 w 4783308"/>
                <a:gd name="connsiteY7" fmla="*/ 740383 h 4821502"/>
                <a:gd name="connsiteX8" fmla="*/ 2484014 w 4783308"/>
                <a:gd name="connsiteY8" fmla="*/ 0 h 4821502"/>
                <a:gd name="connsiteX0" fmla="*/ 2532073 w 4784141"/>
                <a:gd name="connsiteY0" fmla="*/ 0 h 4773425"/>
                <a:gd name="connsiteX1" fmla="*/ 3891737 w 4784141"/>
                <a:gd name="connsiteY1" fmla="*/ 389356 h 4773425"/>
                <a:gd name="connsiteX2" fmla="*/ 4760005 w 4784141"/>
                <a:gd name="connsiteY2" fmla="*/ 1725103 h 4773425"/>
                <a:gd name="connsiteX3" fmla="*/ 4475127 w 4784141"/>
                <a:gd name="connsiteY3" fmla="*/ 3628284 h 4773425"/>
                <a:gd name="connsiteX4" fmla="*/ 3443962 w 4784141"/>
                <a:gd name="connsiteY4" fmla="*/ 4664052 h 4773425"/>
                <a:gd name="connsiteX5" fmla="*/ 1098632 w 4784141"/>
                <a:gd name="connsiteY5" fmla="*/ 4476433 h 4773425"/>
                <a:gd name="connsiteX6" fmla="*/ 40550 w 4784141"/>
                <a:gd name="connsiteY6" fmla="*/ 3053101 h 4773425"/>
                <a:gd name="connsiteX7" fmla="*/ 507282 w 4784141"/>
                <a:gd name="connsiteY7" fmla="*/ 692306 h 4773425"/>
                <a:gd name="connsiteX8" fmla="*/ 2532073 w 4784141"/>
                <a:gd name="connsiteY8" fmla="*/ 0 h 4773425"/>
                <a:gd name="connsiteX0" fmla="*/ 2532073 w 4784141"/>
                <a:gd name="connsiteY0" fmla="*/ 491 h 4773916"/>
                <a:gd name="connsiteX1" fmla="*/ 3891737 w 4784141"/>
                <a:gd name="connsiteY1" fmla="*/ 389847 h 4773916"/>
                <a:gd name="connsiteX2" fmla="*/ 4760005 w 4784141"/>
                <a:gd name="connsiteY2" fmla="*/ 1725594 h 4773916"/>
                <a:gd name="connsiteX3" fmla="*/ 4475127 w 4784141"/>
                <a:gd name="connsiteY3" fmla="*/ 3628775 h 4773916"/>
                <a:gd name="connsiteX4" fmla="*/ 3443962 w 4784141"/>
                <a:gd name="connsiteY4" fmla="*/ 4664543 h 4773916"/>
                <a:gd name="connsiteX5" fmla="*/ 1098632 w 4784141"/>
                <a:gd name="connsiteY5" fmla="*/ 4476924 h 4773916"/>
                <a:gd name="connsiteX6" fmla="*/ 40550 w 4784141"/>
                <a:gd name="connsiteY6" fmla="*/ 3053592 h 4773916"/>
                <a:gd name="connsiteX7" fmla="*/ 507282 w 4784141"/>
                <a:gd name="connsiteY7" fmla="*/ 692797 h 4773916"/>
                <a:gd name="connsiteX8" fmla="*/ 2532073 w 4784141"/>
                <a:gd name="connsiteY8" fmla="*/ 491 h 4773916"/>
                <a:gd name="connsiteX0" fmla="*/ 2532073 w 4784141"/>
                <a:gd name="connsiteY0" fmla="*/ 491 h 4773916"/>
                <a:gd name="connsiteX1" fmla="*/ 3891737 w 4784141"/>
                <a:gd name="connsiteY1" fmla="*/ 389847 h 4773916"/>
                <a:gd name="connsiteX2" fmla="*/ 4760005 w 4784141"/>
                <a:gd name="connsiteY2" fmla="*/ 1725594 h 4773916"/>
                <a:gd name="connsiteX3" fmla="*/ 4475127 w 4784141"/>
                <a:gd name="connsiteY3" fmla="*/ 3628775 h 4773916"/>
                <a:gd name="connsiteX4" fmla="*/ 3443962 w 4784141"/>
                <a:gd name="connsiteY4" fmla="*/ 4664543 h 4773916"/>
                <a:gd name="connsiteX5" fmla="*/ 1098632 w 4784141"/>
                <a:gd name="connsiteY5" fmla="*/ 4476924 h 4773916"/>
                <a:gd name="connsiteX6" fmla="*/ 40550 w 4784141"/>
                <a:gd name="connsiteY6" fmla="*/ 3053592 h 4773916"/>
                <a:gd name="connsiteX7" fmla="*/ 507282 w 4784141"/>
                <a:gd name="connsiteY7" fmla="*/ 692797 h 4773916"/>
                <a:gd name="connsiteX8" fmla="*/ 2532073 w 4784141"/>
                <a:gd name="connsiteY8" fmla="*/ 491 h 4773916"/>
                <a:gd name="connsiteX0" fmla="*/ 2558783 w 4784614"/>
                <a:gd name="connsiteY0" fmla="*/ 525 h 4757924"/>
                <a:gd name="connsiteX1" fmla="*/ 3892210 w 4784614"/>
                <a:gd name="connsiteY1" fmla="*/ 373855 h 4757924"/>
                <a:gd name="connsiteX2" fmla="*/ 4760478 w 4784614"/>
                <a:gd name="connsiteY2" fmla="*/ 1709602 h 4757924"/>
                <a:gd name="connsiteX3" fmla="*/ 4475600 w 4784614"/>
                <a:gd name="connsiteY3" fmla="*/ 3612783 h 4757924"/>
                <a:gd name="connsiteX4" fmla="*/ 3444435 w 4784614"/>
                <a:gd name="connsiteY4" fmla="*/ 4648551 h 4757924"/>
                <a:gd name="connsiteX5" fmla="*/ 1099105 w 4784614"/>
                <a:gd name="connsiteY5" fmla="*/ 4460932 h 4757924"/>
                <a:gd name="connsiteX6" fmla="*/ 41023 w 4784614"/>
                <a:gd name="connsiteY6" fmla="*/ 3037600 h 4757924"/>
                <a:gd name="connsiteX7" fmla="*/ 507755 w 4784614"/>
                <a:gd name="connsiteY7" fmla="*/ 676805 h 4757924"/>
                <a:gd name="connsiteX8" fmla="*/ 2558783 w 4784614"/>
                <a:gd name="connsiteY8" fmla="*/ 525 h 4757924"/>
                <a:gd name="connsiteX0" fmla="*/ 2558783 w 4784614"/>
                <a:gd name="connsiteY0" fmla="*/ 408 h 4757807"/>
                <a:gd name="connsiteX1" fmla="*/ 3907953 w 4784614"/>
                <a:gd name="connsiteY1" fmla="*/ 443183 h 4757807"/>
                <a:gd name="connsiteX2" fmla="*/ 4760478 w 4784614"/>
                <a:gd name="connsiteY2" fmla="*/ 1709485 h 4757807"/>
                <a:gd name="connsiteX3" fmla="*/ 4475600 w 4784614"/>
                <a:gd name="connsiteY3" fmla="*/ 3612666 h 4757807"/>
                <a:gd name="connsiteX4" fmla="*/ 3444435 w 4784614"/>
                <a:gd name="connsiteY4" fmla="*/ 4648434 h 4757807"/>
                <a:gd name="connsiteX5" fmla="*/ 1099105 w 4784614"/>
                <a:gd name="connsiteY5" fmla="*/ 4460815 h 4757807"/>
                <a:gd name="connsiteX6" fmla="*/ 41023 w 4784614"/>
                <a:gd name="connsiteY6" fmla="*/ 3037483 h 4757807"/>
                <a:gd name="connsiteX7" fmla="*/ 507755 w 4784614"/>
                <a:gd name="connsiteY7" fmla="*/ 676688 h 4757807"/>
                <a:gd name="connsiteX8" fmla="*/ 2558783 w 4784614"/>
                <a:gd name="connsiteY8" fmla="*/ 408 h 4757807"/>
                <a:gd name="connsiteX0" fmla="*/ 2675744 w 4786788"/>
                <a:gd name="connsiteY0" fmla="*/ 250 h 4954478"/>
                <a:gd name="connsiteX1" fmla="*/ 3910127 w 4786788"/>
                <a:gd name="connsiteY1" fmla="*/ 639854 h 4954478"/>
                <a:gd name="connsiteX2" fmla="*/ 4762652 w 4786788"/>
                <a:gd name="connsiteY2" fmla="*/ 1906156 h 4954478"/>
                <a:gd name="connsiteX3" fmla="*/ 4477774 w 4786788"/>
                <a:gd name="connsiteY3" fmla="*/ 3809337 h 4954478"/>
                <a:gd name="connsiteX4" fmla="*/ 3446609 w 4786788"/>
                <a:gd name="connsiteY4" fmla="*/ 4845105 h 4954478"/>
                <a:gd name="connsiteX5" fmla="*/ 1101279 w 4786788"/>
                <a:gd name="connsiteY5" fmla="*/ 4657486 h 4954478"/>
                <a:gd name="connsiteX6" fmla="*/ 43197 w 4786788"/>
                <a:gd name="connsiteY6" fmla="*/ 3234154 h 4954478"/>
                <a:gd name="connsiteX7" fmla="*/ 509929 w 4786788"/>
                <a:gd name="connsiteY7" fmla="*/ 873359 h 4954478"/>
                <a:gd name="connsiteX8" fmla="*/ 2675744 w 4786788"/>
                <a:gd name="connsiteY8" fmla="*/ 250 h 4954478"/>
                <a:gd name="connsiteX0" fmla="*/ 2675744 w 4786788"/>
                <a:gd name="connsiteY0" fmla="*/ 250 h 4954478"/>
                <a:gd name="connsiteX1" fmla="*/ 3910127 w 4786788"/>
                <a:gd name="connsiteY1" fmla="*/ 639854 h 4954478"/>
                <a:gd name="connsiteX2" fmla="*/ 4762652 w 4786788"/>
                <a:gd name="connsiteY2" fmla="*/ 1906156 h 4954478"/>
                <a:gd name="connsiteX3" fmla="*/ 4477774 w 4786788"/>
                <a:gd name="connsiteY3" fmla="*/ 3809337 h 4954478"/>
                <a:gd name="connsiteX4" fmla="*/ 3446609 w 4786788"/>
                <a:gd name="connsiteY4" fmla="*/ 4845105 h 4954478"/>
                <a:gd name="connsiteX5" fmla="*/ 1101279 w 4786788"/>
                <a:gd name="connsiteY5" fmla="*/ 4657486 h 4954478"/>
                <a:gd name="connsiteX6" fmla="*/ 43197 w 4786788"/>
                <a:gd name="connsiteY6" fmla="*/ 3234154 h 4954478"/>
                <a:gd name="connsiteX7" fmla="*/ 509929 w 4786788"/>
                <a:gd name="connsiteY7" fmla="*/ 873359 h 4954478"/>
                <a:gd name="connsiteX8" fmla="*/ 2675744 w 4786788"/>
                <a:gd name="connsiteY8" fmla="*/ 250 h 4954478"/>
                <a:gd name="connsiteX0" fmla="*/ 2675744 w 4786788"/>
                <a:gd name="connsiteY0" fmla="*/ 290 h 4954518"/>
                <a:gd name="connsiteX1" fmla="*/ 3910127 w 4786788"/>
                <a:gd name="connsiteY1" fmla="*/ 639894 h 4954518"/>
                <a:gd name="connsiteX2" fmla="*/ 4762652 w 4786788"/>
                <a:gd name="connsiteY2" fmla="*/ 1906196 h 4954518"/>
                <a:gd name="connsiteX3" fmla="*/ 4477774 w 4786788"/>
                <a:gd name="connsiteY3" fmla="*/ 3809377 h 4954518"/>
                <a:gd name="connsiteX4" fmla="*/ 3446609 w 4786788"/>
                <a:gd name="connsiteY4" fmla="*/ 4845145 h 4954518"/>
                <a:gd name="connsiteX5" fmla="*/ 1101279 w 4786788"/>
                <a:gd name="connsiteY5" fmla="*/ 4657526 h 4954518"/>
                <a:gd name="connsiteX6" fmla="*/ 43197 w 4786788"/>
                <a:gd name="connsiteY6" fmla="*/ 3234194 h 4954518"/>
                <a:gd name="connsiteX7" fmla="*/ 509929 w 4786788"/>
                <a:gd name="connsiteY7" fmla="*/ 873399 h 4954518"/>
                <a:gd name="connsiteX8" fmla="*/ 2675744 w 4786788"/>
                <a:gd name="connsiteY8" fmla="*/ 290 h 4954518"/>
                <a:gd name="connsiteX0" fmla="*/ 2675744 w 4786788"/>
                <a:gd name="connsiteY0" fmla="*/ 326 h 4954554"/>
                <a:gd name="connsiteX1" fmla="*/ 3990884 w 4786788"/>
                <a:gd name="connsiteY1" fmla="*/ 591130 h 4954554"/>
                <a:gd name="connsiteX2" fmla="*/ 4762652 w 4786788"/>
                <a:gd name="connsiteY2" fmla="*/ 1906232 h 4954554"/>
                <a:gd name="connsiteX3" fmla="*/ 4477774 w 4786788"/>
                <a:gd name="connsiteY3" fmla="*/ 3809413 h 4954554"/>
                <a:gd name="connsiteX4" fmla="*/ 3446609 w 4786788"/>
                <a:gd name="connsiteY4" fmla="*/ 4845181 h 4954554"/>
                <a:gd name="connsiteX5" fmla="*/ 1101279 w 4786788"/>
                <a:gd name="connsiteY5" fmla="*/ 4657562 h 4954554"/>
                <a:gd name="connsiteX6" fmla="*/ 43197 w 4786788"/>
                <a:gd name="connsiteY6" fmla="*/ 3234230 h 4954554"/>
                <a:gd name="connsiteX7" fmla="*/ 509929 w 4786788"/>
                <a:gd name="connsiteY7" fmla="*/ 873435 h 4954554"/>
                <a:gd name="connsiteX8" fmla="*/ 2675744 w 4786788"/>
                <a:gd name="connsiteY8" fmla="*/ 326 h 4954554"/>
                <a:gd name="connsiteX0" fmla="*/ 2662196 w 4773240"/>
                <a:gd name="connsiteY0" fmla="*/ 326 h 4954554"/>
                <a:gd name="connsiteX1" fmla="*/ 3977336 w 4773240"/>
                <a:gd name="connsiteY1" fmla="*/ 591130 h 4954554"/>
                <a:gd name="connsiteX2" fmla="*/ 4749104 w 4773240"/>
                <a:gd name="connsiteY2" fmla="*/ 1906232 h 4954554"/>
                <a:gd name="connsiteX3" fmla="*/ 4464226 w 4773240"/>
                <a:gd name="connsiteY3" fmla="*/ 3809413 h 4954554"/>
                <a:gd name="connsiteX4" fmla="*/ 3433061 w 4773240"/>
                <a:gd name="connsiteY4" fmla="*/ 4845181 h 4954554"/>
                <a:gd name="connsiteX5" fmla="*/ 1087731 w 4773240"/>
                <a:gd name="connsiteY5" fmla="*/ 4657562 h 4954554"/>
                <a:gd name="connsiteX6" fmla="*/ 29649 w 4773240"/>
                <a:gd name="connsiteY6" fmla="*/ 3234230 h 4954554"/>
                <a:gd name="connsiteX7" fmla="*/ 640977 w 4773240"/>
                <a:gd name="connsiteY7" fmla="*/ 730117 h 4954554"/>
                <a:gd name="connsiteX8" fmla="*/ 2662196 w 4773240"/>
                <a:gd name="connsiteY8" fmla="*/ 326 h 4954554"/>
                <a:gd name="connsiteX0" fmla="*/ 2664762 w 4775806"/>
                <a:gd name="connsiteY0" fmla="*/ 326 h 4954554"/>
                <a:gd name="connsiteX1" fmla="*/ 3979902 w 4775806"/>
                <a:gd name="connsiteY1" fmla="*/ 591130 h 4954554"/>
                <a:gd name="connsiteX2" fmla="*/ 4751670 w 4775806"/>
                <a:gd name="connsiteY2" fmla="*/ 1906232 h 4954554"/>
                <a:gd name="connsiteX3" fmla="*/ 4466792 w 4775806"/>
                <a:gd name="connsiteY3" fmla="*/ 3809413 h 4954554"/>
                <a:gd name="connsiteX4" fmla="*/ 3435627 w 4775806"/>
                <a:gd name="connsiteY4" fmla="*/ 4845181 h 4954554"/>
                <a:gd name="connsiteX5" fmla="*/ 1090297 w 4775806"/>
                <a:gd name="connsiteY5" fmla="*/ 4657562 h 4954554"/>
                <a:gd name="connsiteX6" fmla="*/ 32215 w 4775806"/>
                <a:gd name="connsiteY6" fmla="*/ 3234230 h 4954554"/>
                <a:gd name="connsiteX7" fmla="*/ 607899 w 4775806"/>
                <a:gd name="connsiteY7" fmla="*/ 806182 h 4954554"/>
                <a:gd name="connsiteX8" fmla="*/ 2664762 w 4775806"/>
                <a:gd name="connsiteY8" fmla="*/ 326 h 4954554"/>
                <a:gd name="connsiteX0" fmla="*/ 2673549 w 4784593"/>
                <a:gd name="connsiteY0" fmla="*/ 326 h 4954554"/>
                <a:gd name="connsiteX1" fmla="*/ 3988689 w 4784593"/>
                <a:gd name="connsiteY1" fmla="*/ 591130 h 4954554"/>
                <a:gd name="connsiteX2" fmla="*/ 4760457 w 4784593"/>
                <a:gd name="connsiteY2" fmla="*/ 1906232 h 4954554"/>
                <a:gd name="connsiteX3" fmla="*/ 4475579 w 4784593"/>
                <a:gd name="connsiteY3" fmla="*/ 3809413 h 4954554"/>
                <a:gd name="connsiteX4" fmla="*/ 3444414 w 4784593"/>
                <a:gd name="connsiteY4" fmla="*/ 4845181 h 4954554"/>
                <a:gd name="connsiteX5" fmla="*/ 1099084 w 4784593"/>
                <a:gd name="connsiteY5" fmla="*/ 4657562 h 4954554"/>
                <a:gd name="connsiteX6" fmla="*/ 41002 w 4784593"/>
                <a:gd name="connsiteY6" fmla="*/ 3234230 h 4954554"/>
                <a:gd name="connsiteX7" fmla="*/ 616686 w 4784593"/>
                <a:gd name="connsiteY7" fmla="*/ 806182 h 4954554"/>
                <a:gd name="connsiteX8" fmla="*/ 2673549 w 4784593"/>
                <a:gd name="connsiteY8" fmla="*/ 326 h 4954554"/>
                <a:gd name="connsiteX0" fmla="*/ 2649000 w 4760044"/>
                <a:gd name="connsiteY0" fmla="*/ 326 h 4964273"/>
                <a:gd name="connsiteX1" fmla="*/ 3964140 w 4760044"/>
                <a:gd name="connsiteY1" fmla="*/ 591130 h 4964273"/>
                <a:gd name="connsiteX2" fmla="*/ 4735908 w 4760044"/>
                <a:gd name="connsiteY2" fmla="*/ 1906232 h 4964273"/>
                <a:gd name="connsiteX3" fmla="*/ 4451030 w 4760044"/>
                <a:gd name="connsiteY3" fmla="*/ 3809413 h 4964273"/>
                <a:gd name="connsiteX4" fmla="*/ 3419865 w 4760044"/>
                <a:gd name="connsiteY4" fmla="*/ 4845181 h 4964273"/>
                <a:gd name="connsiteX5" fmla="*/ 1074535 w 4760044"/>
                <a:gd name="connsiteY5" fmla="*/ 4657562 h 4964273"/>
                <a:gd name="connsiteX6" fmla="*/ 33359 w 4760044"/>
                <a:gd name="connsiteY6" fmla="*/ 2995991 h 4964273"/>
                <a:gd name="connsiteX7" fmla="*/ 592137 w 4760044"/>
                <a:gd name="connsiteY7" fmla="*/ 806182 h 4964273"/>
                <a:gd name="connsiteX8" fmla="*/ 2649000 w 4760044"/>
                <a:gd name="connsiteY8" fmla="*/ 326 h 4964273"/>
                <a:gd name="connsiteX0" fmla="*/ 2649000 w 4760044"/>
                <a:gd name="connsiteY0" fmla="*/ 300 h 4964247"/>
                <a:gd name="connsiteX1" fmla="*/ 3813909 w 4760044"/>
                <a:gd name="connsiteY1" fmla="*/ 619239 h 4964247"/>
                <a:gd name="connsiteX2" fmla="*/ 4735908 w 4760044"/>
                <a:gd name="connsiteY2" fmla="*/ 1906206 h 4964247"/>
                <a:gd name="connsiteX3" fmla="*/ 4451030 w 4760044"/>
                <a:gd name="connsiteY3" fmla="*/ 3809387 h 4964247"/>
                <a:gd name="connsiteX4" fmla="*/ 3419865 w 4760044"/>
                <a:gd name="connsiteY4" fmla="*/ 4845155 h 4964247"/>
                <a:gd name="connsiteX5" fmla="*/ 1074535 w 4760044"/>
                <a:gd name="connsiteY5" fmla="*/ 4657536 h 4964247"/>
                <a:gd name="connsiteX6" fmla="*/ 33359 w 4760044"/>
                <a:gd name="connsiteY6" fmla="*/ 2995965 h 4964247"/>
                <a:gd name="connsiteX7" fmla="*/ 592137 w 4760044"/>
                <a:gd name="connsiteY7" fmla="*/ 806156 h 4964247"/>
                <a:gd name="connsiteX8" fmla="*/ 2649000 w 4760044"/>
                <a:gd name="connsiteY8" fmla="*/ 300 h 4964247"/>
                <a:gd name="connsiteX0" fmla="*/ 2649000 w 4849477"/>
                <a:gd name="connsiteY0" fmla="*/ -2 h 4963945"/>
                <a:gd name="connsiteX1" fmla="*/ 4735908 w 4849477"/>
                <a:gd name="connsiteY1" fmla="*/ 1905904 h 4963945"/>
                <a:gd name="connsiteX2" fmla="*/ 4451030 w 4849477"/>
                <a:gd name="connsiteY2" fmla="*/ 3809085 h 4963945"/>
                <a:gd name="connsiteX3" fmla="*/ 3419865 w 4849477"/>
                <a:gd name="connsiteY3" fmla="*/ 4844853 h 4963945"/>
                <a:gd name="connsiteX4" fmla="*/ 1074535 w 4849477"/>
                <a:gd name="connsiteY4" fmla="*/ 4657234 h 4963945"/>
                <a:gd name="connsiteX5" fmla="*/ 33359 w 4849477"/>
                <a:gd name="connsiteY5" fmla="*/ 2995663 h 4963945"/>
                <a:gd name="connsiteX6" fmla="*/ 592137 w 4849477"/>
                <a:gd name="connsiteY6" fmla="*/ 805854 h 4963945"/>
                <a:gd name="connsiteX7" fmla="*/ 2649000 w 4849477"/>
                <a:gd name="connsiteY7" fmla="*/ -2 h 4963945"/>
                <a:gd name="connsiteX0" fmla="*/ 2649000 w 4859466"/>
                <a:gd name="connsiteY0" fmla="*/ -2 h 5536260"/>
                <a:gd name="connsiteX1" fmla="*/ 4735908 w 4859466"/>
                <a:gd name="connsiteY1" fmla="*/ 1905904 h 5536260"/>
                <a:gd name="connsiteX2" fmla="*/ 4451030 w 4859466"/>
                <a:gd name="connsiteY2" fmla="*/ 3809085 h 5536260"/>
                <a:gd name="connsiteX3" fmla="*/ 3067466 w 4859466"/>
                <a:gd name="connsiteY3" fmla="*/ 5491001 h 5536260"/>
                <a:gd name="connsiteX4" fmla="*/ 1074535 w 4859466"/>
                <a:gd name="connsiteY4" fmla="*/ 4657234 h 5536260"/>
                <a:gd name="connsiteX5" fmla="*/ 33359 w 4859466"/>
                <a:gd name="connsiteY5" fmla="*/ 2995663 h 5536260"/>
                <a:gd name="connsiteX6" fmla="*/ 592137 w 4859466"/>
                <a:gd name="connsiteY6" fmla="*/ 805854 h 5536260"/>
                <a:gd name="connsiteX7" fmla="*/ 2649000 w 4859466"/>
                <a:gd name="connsiteY7" fmla="*/ -2 h 5536260"/>
                <a:gd name="connsiteX0" fmla="*/ 2780481 w 4861205"/>
                <a:gd name="connsiteY0" fmla="*/ -2 h 5864449"/>
                <a:gd name="connsiteX1" fmla="*/ 4737647 w 4861205"/>
                <a:gd name="connsiteY1" fmla="*/ 2234093 h 5864449"/>
                <a:gd name="connsiteX2" fmla="*/ 4452769 w 4861205"/>
                <a:gd name="connsiteY2" fmla="*/ 4137274 h 5864449"/>
                <a:gd name="connsiteX3" fmla="*/ 3069205 w 4861205"/>
                <a:gd name="connsiteY3" fmla="*/ 5819190 h 5864449"/>
                <a:gd name="connsiteX4" fmla="*/ 1076274 w 4861205"/>
                <a:gd name="connsiteY4" fmla="*/ 4985423 h 5864449"/>
                <a:gd name="connsiteX5" fmla="*/ 35098 w 4861205"/>
                <a:gd name="connsiteY5" fmla="*/ 3323852 h 5864449"/>
                <a:gd name="connsiteX6" fmla="*/ 593876 w 4861205"/>
                <a:gd name="connsiteY6" fmla="*/ 1134043 h 5864449"/>
                <a:gd name="connsiteX7" fmla="*/ 2780481 w 4861205"/>
                <a:gd name="connsiteY7" fmla="*/ -2 h 5864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1205" h="5864449">
                  <a:moveTo>
                    <a:pt x="2780481" y="-2"/>
                  </a:moveTo>
                  <a:cubicBezTo>
                    <a:pt x="3471109" y="183340"/>
                    <a:pt x="4437309" y="1599245"/>
                    <a:pt x="4737647" y="2234093"/>
                  </a:cubicBezTo>
                  <a:cubicBezTo>
                    <a:pt x="5037985" y="2868941"/>
                    <a:pt x="4730843" y="3539758"/>
                    <a:pt x="4452769" y="4137274"/>
                  </a:cubicBezTo>
                  <a:cubicBezTo>
                    <a:pt x="4174695" y="4734790"/>
                    <a:pt x="3382031" y="5704221"/>
                    <a:pt x="3069205" y="5819190"/>
                  </a:cubicBezTo>
                  <a:cubicBezTo>
                    <a:pt x="2358359" y="6040255"/>
                    <a:pt x="1581959" y="5401313"/>
                    <a:pt x="1076274" y="4985423"/>
                  </a:cubicBezTo>
                  <a:cubicBezTo>
                    <a:pt x="570590" y="4569533"/>
                    <a:pt x="146935" y="3953087"/>
                    <a:pt x="35098" y="3323852"/>
                  </a:cubicBezTo>
                  <a:cubicBezTo>
                    <a:pt x="-92687" y="2646770"/>
                    <a:pt x="136312" y="1688019"/>
                    <a:pt x="593876" y="1134043"/>
                  </a:cubicBezTo>
                  <a:cubicBezTo>
                    <a:pt x="1051440" y="580067"/>
                    <a:pt x="2127808" y="30746"/>
                    <a:pt x="2780481" y="-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8505720-2558-A390-8612-99A55D48F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7320892">
              <a:off x="11193220" y="1266534"/>
              <a:ext cx="1341234" cy="443910"/>
            </a:xfrm>
            <a:custGeom>
              <a:avLst/>
              <a:gdLst>
                <a:gd name="connsiteX0" fmla="*/ 0 w 1341234"/>
                <a:gd name="connsiteY0" fmla="*/ 254220 h 443910"/>
                <a:gd name="connsiteX1" fmla="*/ 406601 w 1341234"/>
                <a:gd name="connsiteY1" fmla="*/ 0 h 443910"/>
                <a:gd name="connsiteX2" fmla="*/ 457611 w 1341234"/>
                <a:gd name="connsiteY2" fmla="*/ 13676 h 443910"/>
                <a:gd name="connsiteX3" fmla="*/ 1341234 w 1341234"/>
                <a:gd name="connsiteY3" fmla="*/ 259580 h 443910"/>
                <a:gd name="connsiteX4" fmla="*/ 1301190 w 1341234"/>
                <a:gd name="connsiteY4" fmla="*/ 443736 h 443910"/>
                <a:gd name="connsiteX5" fmla="*/ 359344 w 1341234"/>
                <a:gd name="connsiteY5" fmla="*/ 311216 h 443910"/>
                <a:gd name="connsiteX6" fmla="*/ 47147 w 1341234"/>
                <a:gd name="connsiteY6" fmla="*/ 262014 h 44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1234" h="443910">
                  <a:moveTo>
                    <a:pt x="0" y="254220"/>
                  </a:moveTo>
                  <a:lnTo>
                    <a:pt x="406601" y="0"/>
                  </a:lnTo>
                  <a:lnTo>
                    <a:pt x="457611" y="13676"/>
                  </a:lnTo>
                  <a:cubicBezTo>
                    <a:pt x="858001" y="120586"/>
                    <a:pt x="1311317" y="239969"/>
                    <a:pt x="1341234" y="259580"/>
                  </a:cubicBezTo>
                  <a:cubicBezTo>
                    <a:pt x="1337155" y="299693"/>
                    <a:pt x="1315377" y="449736"/>
                    <a:pt x="1301190" y="443736"/>
                  </a:cubicBezTo>
                  <a:cubicBezTo>
                    <a:pt x="1267732" y="445553"/>
                    <a:pt x="557777" y="378967"/>
                    <a:pt x="359344" y="311216"/>
                  </a:cubicBezTo>
                  <a:cubicBezTo>
                    <a:pt x="245881" y="291075"/>
                    <a:pt x="140295" y="276238"/>
                    <a:pt x="47147" y="26201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20743B-9C97-37DF-D56A-D2A9E750B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7320892">
              <a:off x="11193220" y="1266534"/>
              <a:ext cx="1341234" cy="443910"/>
            </a:xfrm>
            <a:custGeom>
              <a:avLst/>
              <a:gdLst>
                <a:gd name="connsiteX0" fmla="*/ 0 w 1341234"/>
                <a:gd name="connsiteY0" fmla="*/ 254220 h 443910"/>
                <a:gd name="connsiteX1" fmla="*/ 406601 w 1341234"/>
                <a:gd name="connsiteY1" fmla="*/ 0 h 443910"/>
                <a:gd name="connsiteX2" fmla="*/ 457611 w 1341234"/>
                <a:gd name="connsiteY2" fmla="*/ 13676 h 443910"/>
                <a:gd name="connsiteX3" fmla="*/ 1341234 w 1341234"/>
                <a:gd name="connsiteY3" fmla="*/ 259580 h 443910"/>
                <a:gd name="connsiteX4" fmla="*/ 1301190 w 1341234"/>
                <a:gd name="connsiteY4" fmla="*/ 443736 h 443910"/>
                <a:gd name="connsiteX5" fmla="*/ 359344 w 1341234"/>
                <a:gd name="connsiteY5" fmla="*/ 311216 h 443910"/>
                <a:gd name="connsiteX6" fmla="*/ 47147 w 1341234"/>
                <a:gd name="connsiteY6" fmla="*/ 262014 h 44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1234" h="443910">
                  <a:moveTo>
                    <a:pt x="0" y="254220"/>
                  </a:moveTo>
                  <a:lnTo>
                    <a:pt x="406601" y="0"/>
                  </a:lnTo>
                  <a:lnTo>
                    <a:pt x="457611" y="13676"/>
                  </a:lnTo>
                  <a:cubicBezTo>
                    <a:pt x="858001" y="120586"/>
                    <a:pt x="1311317" y="239969"/>
                    <a:pt x="1341234" y="259580"/>
                  </a:cubicBezTo>
                  <a:cubicBezTo>
                    <a:pt x="1337155" y="299693"/>
                    <a:pt x="1315377" y="449736"/>
                    <a:pt x="1301190" y="443736"/>
                  </a:cubicBezTo>
                  <a:cubicBezTo>
                    <a:pt x="1267732" y="445553"/>
                    <a:pt x="557777" y="378967"/>
                    <a:pt x="359344" y="311216"/>
                  </a:cubicBezTo>
                  <a:cubicBezTo>
                    <a:pt x="245881" y="291075"/>
                    <a:pt x="140295" y="276238"/>
                    <a:pt x="47147" y="262014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C3539A-A126-556F-3B61-690C785C7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9842612" flipH="1" flipV="1">
              <a:off x="10264608" y="74723"/>
              <a:ext cx="1083994" cy="1037613"/>
            </a:xfrm>
            <a:custGeom>
              <a:avLst/>
              <a:gdLst>
                <a:gd name="connsiteX0" fmla="*/ 886520 w 1083994"/>
                <a:gd name="connsiteY0" fmla="*/ 0 h 1037613"/>
                <a:gd name="connsiteX1" fmla="*/ 990233 w 1083994"/>
                <a:gd name="connsiteY1" fmla="*/ 29654 h 1037613"/>
                <a:gd name="connsiteX2" fmla="*/ 993535 w 1083994"/>
                <a:gd name="connsiteY2" fmla="*/ 43082 h 1037613"/>
                <a:gd name="connsiteX3" fmla="*/ 1051675 w 1083994"/>
                <a:gd name="connsiteY3" fmla="*/ 356973 h 1037613"/>
                <a:gd name="connsiteX4" fmla="*/ 1083975 w 1083994"/>
                <a:gd name="connsiteY4" fmla="*/ 602023 h 1037613"/>
                <a:gd name="connsiteX5" fmla="*/ 966613 w 1083994"/>
                <a:gd name="connsiteY5" fmla="*/ 901753 h 1037613"/>
                <a:gd name="connsiteX6" fmla="*/ 713135 w 1083994"/>
                <a:gd name="connsiteY6" fmla="*/ 1026319 h 1037613"/>
                <a:gd name="connsiteX7" fmla="*/ 318855 w 1083994"/>
                <a:gd name="connsiteY7" fmla="*/ 989106 h 1037613"/>
                <a:gd name="connsiteX8" fmla="*/ 128776 w 1083994"/>
                <a:gd name="connsiteY8" fmla="*/ 649273 h 1037613"/>
                <a:gd name="connsiteX9" fmla="*/ 0 w 1083994"/>
                <a:gd name="connsiteY9" fmla="*/ 49738 h 1037613"/>
                <a:gd name="connsiteX10" fmla="*/ 620956 w 1083994"/>
                <a:gd name="connsiteY10" fmla="*/ 642355 h 1037613"/>
                <a:gd name="connsiteX11" fmla="*/ 886064 w 1083994"/>
                <a:gd name="connsiteY11" fmla="*/ 1039 h 1037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83994" h="1037613">
                  <a:moveTo>
                    <a:pt x="886520" y="0"/>
                  </a:moveTo>
                  <a:lnTo>
                    <a:pt x="990233" y="29654"/>
                  </a:lnTo>
                  <a:lnTo>
                    <a:pt x="993535" y="43082"/>
                  </a:lnTo>
                  <a:cubicBezTo>
                    <a:pt x="1016489" y="140998"/>
                    <a:pt x="1041157" y="264776"/>
                    <a:pt x="1051675" y="356973"/>
                  </a:cubicBezTo>
                  <a:lnTo>
                    <a:pt x="1083975" y="602023"/>
                  </a:lnTo>
                  <a:cubicBezTo>
                    <a:pt x="1084789" y="765231"/>
                    <a:pt x="1059669" y="806637"/>
                    <a:pt x="966613" y="901753"/>
                  </a:cubicBezTo>
                  <a:cubicBezTo>
                    <a:pt x="910153" y="966250"/>
                    <a:pt x="821095" y="1011760"/>
                    <a:pt x="713135" y="1026319"/>
                  </a:cubicBezTo>
                  <a:cubicBezTo>
                    <a:pt x="605175" y="1040878"/>
                    <a:pt x="416248" y="1051946"/>
                    <a:pt x="318855" y="989106"/>
                  </a:cubicBezTo>
                  <a:cubicBezTo>
                    <a:pt x="221462" y="926265"/>
                    <a:pt x="147001" y="727446"/>
                    <a:pt x="128776" y="649273"/>
                  </a:cubicBezTo>
                  <a:cubicBezTo>
                    <a:pt x="93895" y="519198"/>
                    <a:pt x="28063" y="235695"/>
                    <a:pt x="0" y="49738"/>
                  </a:cubicBezTo>
                  <a:cubicBezTo>
                    <a:pt x="152500" y="20987"/>
                    <a:pt x="429040" y="429202"/>
                    <a:pt x="620956" y="642355"/>
                  </a:cubicBezTo>
                  <a:cubicBezTo>
                    <a:pt x="695371" y="468649"/>
                    <a:pt x="814439" y="166732"/>
                    <a:pt x="886064" y="1039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5089FB1-F28D-0DD0-436F-D094F3C82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9842612" flipH="1" flipV="1">
              <a:off x="10264609" y="74723"/>
              <a:ext cx="1083994" cy="1037611"/>
            </a:xfrm>
            <a:custGeom>
              <a:avLst/>
              <a:gdLst>
                <a:gd name="connsiteX0" fmla="*/ 886519 w 1083994"/>
                <a:gd name="connsiteY0" fmla="*/ 0 h 1037611"/>
                <a:gd name="connsiteX1" fmla="*/ 990233 w 1083994"/>
                <a:gd name="connsiteY1" fmla="*/ 29654 h 1037611"/>
                <a:gd name="connsiteX2" fmla="*/ 993535 w 1083994"/>
                <a:gd name="connsiteY2" fmla="*/ 43080 h 1037611"/>
                <a:gd name="connsiteX3" fmla="*/ 1051675 w 1083994"/>
                <a:gd name="connsiteY3" fmla="*/ 356971 h 1037611"/>
                <a:gd name="connsiteX4" fmla="*/ 1083975 w 1083994"/>
                <a:gd name="connsiteY4" fmla="*/ 602021 h 1037611"/>
                <a:gd name="connsiteX5" fmla="*/ 966613 w 1083994"/>
                <a:gd name="connsiteY5" fmla="*/ 901751 h 1037611"/>
                <a:gd name="connsiteX6" fmla="*/ 713135 w 1083994"/>
                <a:gd name="connsiteY6" fmla="*/ 1026317 h 1037611"/>
                <a:gd name="connsiteX7" fmla="*/ 318855 w 1083994"/>
                <a:gd name="connsiteY7" fmla="*/ 989104 h 1037611"/>
                <a:gd name="connsiteX8" fmla="*/ 128776 w 1083994"/>
                <a:gd name="connsiteY8" fmla="*/ 649271 h 1037611"/>
                <a:gd name="connsiteX9" fmla="*/ 0 w 1083994"/>
                <a:gd name="connsiteY9" fmla="*/ 49736 h 1037611"/>
                <a:gd name="connsiteX10" fmla="*/ 620956 w 1083994"/>
                <a:gd name="connsiteY10" fmla="*/ 642353 h 1037611"/>
                <a:gd name="connsiteX11" fmla="*/ 886064 w 1083994"/>
                <a:gd name="connsiteY11" fmla="*/ 1037 h 103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83994" h="1037611">
                  <a:moveTo>
                    <a:pt x="886519" y="0"/>
                  </a:moveTo>
                  <a:lnTo>
                    <a:pt x="990233" y="29654"/>
                  </a:lnTo>
                  <a:lnTo>
                    <a:pt x="993535" y="43080"/>
                  </a:lnTo>
                  <a:cubicBezTo>
                    <a:pt x="1016489" y="140996"/>
                    <a:pt x="1041157" y="264774"/>
                    <a:pt x="1051675" y="356971"/>
                  </a:cubicBezTo>
                  <a:lnTo>
                    <a:pt x="1083975" y="602021"/>
                  </a:lnTo>
                  <a:cubicBezTo>
                    <a:pt x="1084789" y="765229"/>
                    <a:pt x="1059669" y="806635"/>
                    <a:pt x="966613" y="901751"/>
                  </a:cubicBezTo>
                  <a:cubicBezTo>
                    <a:pt x="910153" y="966248"/>
                    <a:pt x="821095" y="1011758"/>
                    <a:pt x="713135" y="1026317"/>
                  </a:cubicBezTo>
                  <a:cubicBezTo>
                    <a:pt x="605175" y="1040876"/>
                    <a:pt x="416248" y="1051944"/>
                    <a:pt x="318855" y="989104"/>
                  </a:cubicBezTo>
                  <a:cubicBezTo>
                    <a:pt x="221462" y="926263"/>
                    <a:pt x="147001" y="727444"/>
                    <a:pt x="128776" y="649271"/>
                  </a:cubicBezTo>
                  <a:cubicBezTo>
                    <a:pt x="93895" y="519196"/>
                    <a:pt x="28063" y="235693"/>
                    <a:pt x="0" y="49736"/>
                  </a:cubicBezTo>
                  <a:cubicBezTo>
                    <a:pt x="152500" y="20985"/>
                    <a:pt x="429040" y="429200"/>
                    <a:pt x="620956" y="642353"/>
                  </a:cubicBezTo>
                  <a:cubicBezTo>
                    <a:pt x="695371" y="468647"/>
                    <a:pt x="814439" y="166730"/>
                    <a:pt x="886064" y="103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4306FF2-1416-A1EE-7321-6EBD2C500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596243"/>
            <a:ext cx="5314581" cy="3573493"/>
          </a:xfrm>
        </p:spPr>
        <p:txBody>
          <a:bodyPr>
            <a:normAutofit/>
          </a:bodyPr>
          <a:lstStyle/>
          <a:p>
            <a:r>
              <a:rPr lang="en-US" sz="1800" dirty="0"/>
              <a:t>Currently, standard agents may struggle to make efficient decisions in various gaming environments, limiting their effectiveness.</a:t>
            </a:r>
          </a:p>
          <a:p>
            <a:r>
              <a:rPr lang="en-US" sz="1800" dirty="0"/>
              <a:t>That may be due to complex environments, incomplete information</a:t>
            </a:r>
          </a:p>
          <a:p>
            <a:r>
              <a:rPr lang="en-US" sz="1800" dirty="0"/>
              <a:t>It is much important for an AI agents to make efficient decisions in complex environments like healthcare systems, autonomous systems and robotics.</a:t>
            </a:r>
          </a:p>
        </p:txBody>
      </p:sp>
    </p:spTree>
    <p:extLst>
      <p:ext uri="{BB962C8B-B14F-4D97-AF65-F5344CB8AC3E}">
        <p14:creationId xmlns:p14="http://schemas.microsoft.com/office/powerpoint/2010/main" val="6389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E430D-1A9F-2B6B-266F-8D20613D0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+mn-lt"/>
              </a:rPr>
              <a:t>Methodology:</a:t>
            </a: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9D120-5C09-E1F9-E651-DFEACFAC5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i="0" u="none" strike="noStrike" baseline="0" dirty="0"/>
              <a:t>Choose a reinforcement learning algorithm: (PPO, TD3, DDDQN).</a:t>
            </a:r>
            <a:endParaRPr lang="en-US" sz="1600" b="0" i="0" u="none" strike="noStrike" baseline="0" dirty="0"/>
          </a:p>
          <a:p>
            <a:r>
              <a:rPr lang="en-US" sz="1400" dirty="0"/>
              <a:t>Both are relatively easy to train and use.</a:t>
            </a:r>
          </a:p>
          <a:p>
            <a:r>
              <a:rPr lang="en-US" sz="1400" dirty="0"/>
              <a:t>Have been shown to display state-of-the-art results in a variety of video games.</a:t>
            </a:r>
          </a:p>
          <a:p>
            <a:r>
              <a:rPr lang="en-US" sz="1400" dirty="0"/>
              <a:t>PPO needs small amount of data to train on and deliver results. </a:t>
            </a:r>
          </a:p>
          <a:p>
            <a:r>
              <a:rPr lang="en-US" sz="1400" dirty="0"/>
              <a:t>TD3 makes it easy for agents to decide on which action to take quickly gets out of overestimation bias .</a:t>
            </a:r>
            <a:endParaRPr lang="en-US" sz="1400" b="0" i="0" u="none" strike="noStrike" baseline="0" dirty="0"/>
          </a:p>
          <a:p>
            <a:pPr marL="0" indent="0">
              <a:buNone/>
            </a:pPr>
            <a:r>
              <a:rPr lang="en-US" sz="1600" b="1" dirty="0"/>
              <a:t>Design custom game scenarios:</a:t>
            </a:r>
          </a:p>
          <a:p>
            <a:r>
              <a:rPr lang="en-US" sz="1400" dirty="0"/>
              <a:t>By providing controlled scenarios we will enhance the agent’s capabilities to face all sorts of challenges in the game.</a:t>
            </a:r>
            <a:endParaRPr lang="en-US" sz="1400" i="0" u="none" strike="noStrike" baseline="0" dirty="0"/>
          </a:p>
          <a:p>
            <a:pPr marL="0" indent="0">
              <a:buNone/>
            </a:pPr>
            <a:r>
              <a:rPr lang="en-US" sz="1600" b="1" dirty="0"/>
              <a:t>Train the agent:</a:t>
            </a:r>
          </a:p>
          <a:p>
            <a:r>
              <a:rPr lang="en-US" sz="1400" dirty="0"/>
              <a:t>Repeatedly training the agent on a custom designed game scenario with specified conditions until it achieves the desired functionality.</a:t>
            </a:r>
            <a:endParaRPr lang="en-US" sz="1400" i="0" u="none" strike="noStrike" baseline="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Evaluate the agent’s performance:</a:t>
            </a:r>
          </a:p>
          <a:p>
            <a:r>
              <a:rPr lang="en-US" sz="1400" dirty="0"/>
              <a:t>We will test the agent in the scenarios we trained it for.</a:t>
            </a:r>
            <a:endParaRPr lang="en-US" sz="1400" i="0" u="none" strike="noStrike" baseline="0" dirty="0"/>
          </a:p>
          <a:p>
            <a:pPr marL="0" indent="0">
              <a:buNone/>
            </a:pPr>
            <a:endParaRPr lang="en-US" sz="1400" b="0" i="0" u="none" strike="noStrike" baseline="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F20C170A-8121-E81A-F03D-DCA848D316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784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3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F090-0916-A67E-5BEF-705A64DD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Project Scope: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3479AF-F587-425E-5616-120CB1A11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95275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955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0EE07F-B699-6565-7D8D-7B2CB68D4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b="1"/>
              <a:t>Feasibility Study: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374D77-8251-E869-081C-084A2CB42C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88807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47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EE52-5B92-4189-C1E0-B9CE0E69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Application Areas: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72A0CC-870D-DAB2-6EA4-8C47C83890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4400756"/>
              </p:ext>
            </p:extLst>
          </p:nvPr>
        </p:nvGraphicFramePr>
        <p:xfrm>
          <a:off x="0" y="1467293"/>
          <a:ext cx="9930810" cy="5153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5432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356B2D-B2B1-EE73-EC16-7D3D876D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+mn-lt"/>
              </a:rPr>
              <a:t>Tools/Technology:</a:t>
            </a:r>
          </a:p>
        </p:txBody>
      </p:sp>
      <p:pic>
        <p:nvPicPr>
          <p:cNvPr id="5" name="Picture 4" descr="Sphere of mesh and nodes">
            <a:extLst>
              <a:ext uri="{FF2B5EF4-FFF2-40B4-BE49-F238E27FC236}">
                <a16:creationId xmlns:a16="http://schemas.microsoft.com/office/drawing/2014/main" id="{075F2D5C-F683-6786-711A-19E15D964F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239" r="8827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AF3C244-6983-B480-53C7-8A12011DF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907" y="2743200"/>
            <a:ext cx="6251110" cy="34838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Hardware:</a:t>
            </a:r>
          </a:p>
          <a:p>
            <a:r>
              <a:rPr lang="en-US" sz="1400" dirty="0"/>
              <a:t>A computer with a powerful CPU and GPU.</a:t>
            </a:r>
          </a:p>
          <a:p>
            <a:pPr marL="0" indent="0">
              <a:buNone/>
            </a:pPr>
            <a:r>
              <a:rPr lang="en-US" sz="1400" b="1" dirty="0"/>
              <a:t>Software:</a:t>
            </a:r>
          </a:p>
          <a:p>
            <a:r>
              <a:rPr lang="en-US" sz="1400" dirty="0"/>
              <a:t>The VizDoom environment.</a:t>
            </a:r>
          </a:p>
          <a:p>
            <a:r>
              <a:rPr lang="en-US" sz="1400" dirty="0"/>
              <a:t>The TensorFlow reinforcement learning library.</a:t>
            </a:r>
          </a:p>
          <a:p>
            <a:r>
              <a:rPr lang="en-US" sz="1400" dirty="0"/>
              <a:t>The Python programming language.</a:t>
            </a:r>
          </a:p>
          <a:p>
            <a:pPr marL="0" indent="0">
              <a:buNone/>
            </a:pPr>
            <a:r>
              <a:rPr lang="en-US" sz="1400" b="1" dirty="0"/>
              <a:t>Additional tools and technologies:</a:t>
            </a:r>
          </a:p>
          <a:p>
            <a:r>
              <a:rPr lang="en-US" sz="1400" dirty="0"/>
              <a:t>A cloud computing platform (such as Google Cloud Platform or Amazon Web Services).</a:t>
            </a:r>
          </a:p>
          <a:p>
            <a:r>
              <a:rPr lang="en-US" sz="1400" dirty="0"/>
              <a:t>The PyCharm IDE.</a:t>
            </a:r>
          </a:p>
          <a:p>
            <a:r>
              <a:rPr lang="en-US" sz="1400" dirty="0"/>
              <a:t>The Git version control system.</a:t>
            </a:r>
          </a:p>
          <a:p>
            <a:r>
              <a:rPr lang="en-US" sz="1400" dirty="0"/>
              <a:t>The PyLint debugging tool.</a:t>
            </a:r>
          </a:p>
        </p:txBody>
      </p:sp>
    </p:spTree>
    <p:extLst>
      <p:ext uri="{BB962C8B-B14F-4D97-AF65-F5344CB8AC3E}">
        <p14:creationId xmlns:p14="http://schemas.microsoft.com/office/powerpoint/2010/main" val="1298900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ribbon with white text&#10;&#10;Description automatically generated">
            <a:extLst>
              <a:ext uri="{FF2B5EF4-FFF2-40B4-BE49-F238E27FC236}">
                <a16:creationId xmlns:a16="http://schemas.microsoft.com/office/drawing/2014/main" id="{5F1BAB98-EAA9-226E-ABB0-41EE179BD8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56" r="-2" b="16672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4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673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Enhancing Agents Performance in VizDoom using Reinforcement Learning</vt:lpstr>
      <vt:lpstr>Introduction: </vt:lpstr>
      <vt:lpstr>Objective: </vt:lpstr>
      <vt:lpstr>Problem Description:</vt:lpstr>
      <vt:lpstr>Methodology:</vt:lpstr>
      <vt:lpstr>Project Scope: </vt:lpstr>
      <vt:lpstr>Feasibility Study:</vt:lpstr>
      <vt:lpstr>Solution Application Areas: </vt:lpstr>
      <vt:lpstr>Tools/Technology: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Agents Performance in VizDoom using Reinforcement Learning</dc:title>
  <dc:creator>Shakir Jan</dc:creator>
  <cp:lastModifiedBy>01-134202-113</cp:lastModifiedBy>
  <cp:revision>205</cp:revision>
  <dcterms:created xsi:type="dcterms:W3CDTF">2023-10-05T08:59:57Z</dcterms:created>
  <dcterms:modified xsi:type="dcterms:W3CDTF">2025-07-19T17:01:40Z</dcterms:modified>
</cp:coreProperties>
</file>